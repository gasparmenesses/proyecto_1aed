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C41337-46A0-4488-9519-11B60B6C47E4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C005240-06B0-4FB6-9F3F-A207C97F2F2E}">
      <dgm:prSet/>
      <dgm:spPr/>
      <dgm:t>
        <a:bodyPr/>
        <a:lstStyle/>
        <a:p>
          <a:pPr>
            <a:defRPr b="1"/>
          </a:pPr>
          <a:r>
            <a:rPr lang="es-ES" b="0" dirty="0"/>
            <a:t>Sistema que simula experimentos de machine </a:t>
          </a:r>
          <a:r>
            <a:rPr lang="es-ES" b="0" dirty="0" err="1"/>
            <a:t>learning</a:t>
          </a:r>
          <a:r>
            <a:rPr lang="es-ES" b="0" dirty="0"/>
            <a:t> </a:t>
          </a:r>
          <a:endParaRPr lang="en-US" b="0" dirty="0"/>
        </a:p>
      </dgm:t>
    </dgm:pt>
    <dgm:pt modelId="{02F28F19-B0BB-49C6-81E2-12CFB341660E}" type="parTrans" cxnId="{519AA871-361F-4A25-AB70-C98F5548838C}">
      <dgm:prSet/>
      <dgm:spPr/>
      <dgm:t>
        <a:bodyPr/>
        <a:lstStyle/>
        <a:p>
          <a:endParaRPr lang="en-US"/>
        </a:p>
      </dgm:t>
    </dgm:pt>
    <dgm:pt modelId="{3CEC4387-85B4-43A4-8F9B-B4F22D355CCF}" type="sibTrans" cxnId="{519AA871-361F-4A25-AB70-C98F5548838C}">
      <dgm:prSet/>
      <dgm:spPr/>
      <dgm:t>
        <a:bodyPr/>
        <a:lstStyle/>
        <a:p>
          <a:endParaRPr lang="en-US"/>
        </a:p>
      </dgm:t>
    </dgm:pt>
    <dgm:pt modelId="{5E319DBA-73E1-4F9E-9114-0B267AFE5A99}">
      <dgm:prSet/>
      <dgm:spPr/>
      <dgm:t>
        <a:bodyPr/>
        <a:lstStyle/>
        <a:p>
          <a:pPr>
            <a:defRPr b="1"/>
          </a:pPr>
          <a:r>
            <a:rPr lang="es-ES" b="0" dirty="0"/>
            <a:t>Permite: </a:t>
          </a:r>
          <a:endParaRPr lang="en-US" b="0" dirty="0"/>
        </a:p>
      </dgm:t>
    </dgm:pt>
    <dgm:pt modelId="{7D7F9948-8E93-4407-B88B-C1C49766C0B3}" type="parTrans" cxnId="{7C1CF891-E73F-4659-94BB-0253FE934355}">
      <dgm:prSet/>
      <dgm:spPr/>
      <dgm:t>
        <a:bodyPr/>
        <a:lstStyle/>
        <a:p>
          <a:endParaRPr lang="en-US"/>
        </a:p>
      </dgm:t>
    </dgm:pt>
    <dgm:pt modelId="{2C23C3E1-EA74-4200-9E00-D7558B799CF2}" type="sibTrans" cxnId="{7C1CF891-E73F-4659-94BB-0253FE934355}">
      <dgm:prSet/>
      <dgm:spPr/>
      <dgm:t>
        <a:bodyPr/>
        <a:lstStyle/>
        <a:p>
          <a:endParaRPr lang="en-US"/>
        </a:p>
      </dgm:t>
    </dgm:pt>
    <dgm:pt modelId="{31A27C40-3E3B-4588-8200-89F3EEF8F75D}">
      <dgm:prSet/>
      <dgm:spPr/>
      <dgm:t>
        <a:bodyPr/>
        <a:lstStyle/>
        <a:p>
          <a:r>
            <a:rPr lang="es-ES"/>
            <a:t>Cargar modelos y datasets </a:t>
          </a:r>
          <a:endParaRPr lang="en-US"/>
        </a:p>
      </dgm:t>
    </dgm:pt>
    <dgm:pt modelId="{B8B0F285-B51E-46BD-AA34-1BD3649E978A}" type="parTrans" cxnId="{2AEE1319-3CB4-487E-9B63-1190BA449F7F}">
      <dgm:prSet/>
      <dgm:spPr/>
      <dgm:t>
        <a:bodyPr/>
        <a:lstStyle/>
        <a:p>
          <a:endParaRPr lang="en-US"/>
        </a:p>
      </dgm:t>
    </dgm:pt>
    <dgm:pt modelId="{24E2229D-1CA5-46A1-9054-4AEA405F7196}" type="sibTrans" cxnId="{2AEE1319-3CB4-487E-9B63-1190BA449F7F}">
      <dgm:prSet/>
      <dgm:spPr/>
      <dgm:t>
        <a:bodyPr/>
        <a:lstStyle/>
        <a:p>
          <a:endParaRPr lang="en-US"/>
        </a:p>
      </dgm:t>
    </dgm:pt>
    <dgm:pt modelId="{5F14C885-2597-4BFF-8109-4F82F7F84F09}">
      <dgm:prSet/>
      <dgm:spPr/>
      <dgm:t>
        <a:bodyPr/>
        <a:lstStyle/>
        <a:p>
          <a:r>
            <a:rPr lang="es-ES"/>
            <a:t>Crear experimentos </a:t>
          </a:r>
          <a:endParaRPr lang="en-US"/>
        </a:p>
      </dgm:t>
    </dgm:pt>
    <dgm:pt modelId="{7AB9D9F9-CAEF-43D1-92E4-28DAEF13A929}" type="parTrans" cxnId="{ECE5FBA6-4C33-42FF-B1F2-0048A7453545}">
      <dgm:prSet/>
      <dgm:spPr/>
      <dgm:t>
        <a:bodyPr/>
        <a:lstStyle/>
        <a:p>
          <a:endParaRPr lang="en-US"/>
        </a:p>
      </dgm:t>
    </dgm:pt>
    <dgm:pt modelId="{E3DB6B24-B392-45CB-AC3B-FEC5B367A5CA}" type="sibTrans" cxnId="{ECE5FBA6-4C33-42FF-B1F2-0048A7453545}">
      <dgm:prSet/>
      <dgm:spPr/>
      <dgm:t>
        <a:bodyPr/>
        <a:lstStyle/>
        <a:p>
          <a:endParaRPr lang="en-US"/>
        </a:p>
      </dgm:t>
    </dgm:pt>
    <dgm:pt modelId="{7D2D919F-9A8B-44E8-8BC0-246B0D1C1B59}">
      <dgm:prSet/>
      <dgm:spPr/>
      <dgm:t>
        <a:bodyPr/>
        <a:lstStyle/>
        <a:p>
          <a:r>
            <a:rPr lang="es-ES"/>
            <a:t>Ejecutarlos </a:t>
          </a:r>
          <a:endParaRPr lang="en-US"/>
        </a:p>
      </dgm:t>
    </dgm:pt>
    <dgm:pt modelId="{A565EFE7-4EF4-48D4-B4BD-D1EC6D0A2218}" type="parTrans" cxnId="{CEB6F1B5-4430-4B24-AC6F-674FEB3E2636}">
      <dgm:prSet/>
      <dgm:spPr/>
      <dgm:t>
        <a:bodyPr/>
        <a:lstStyle/>
        <a:p>
          <a:endParaRPr lang="en-US"/>
        </a:p>
      </dgm:t>
    </dgm:pt>
    <dgm:pt modelId="{D4BFB181-A196-4A90-9008-E9D0F6989E52}" type="sibTrans" cxnId="{CEB6F1B5-4430-4B24-AC6F-674FEB3E2636}">
      <dgm:prSet/>
      <dgm:spPr/>
      <dgm:t>
        <a:bodyPr/>
        <a:lstStyle/>
        <a:p>
          <a:endParaRPr lang="en-US"/>
        </a:p>
      </dgm:t>
    </dgm:pt>
    <dgm:pt modelId="{80126A56-306D-4EE4-80A9-0127FDA8C3D0}">
      <dgm:prSet/>
      <dgm:spPr/>
      <dgm:t>
        <a:bodyPr/>
        <a:lstStyle/>
        <a:p>
          <a:r>
            <a:rPr lang="es-ES"/>
            <a:t>Analizar resultados </a:t>
          </a:r>
          <a:endParaRPr lang="en-US"/>
        </a:p>
      </dgm:t>
    </dgm:pt>
    <dgm:pt modelId="{56C7F8D9-6DBF-40CE-AA5F-7324F0A575AC}" type="parTrans" cxnId="{4459BCF6-8D7A-47A6-8B55-926FE9B693AD}">
      <dgm:prSet/>
      <dgm:spPr/>
      <dgm:t>
        <a:bodyPr/>
        <a:lstStyle/>
        <a:p>
          <a:endParaRPr lang="en-US"/>
        </a:p>
      </dgm:t>
    </dgm:pt>
    <dgm:pt modelId="{A2A12948-F01D-42D1-B9E0-AF747ED19B72}" type="sibTrans" cxnId="{4459BCF6-8D7A-47A6-8B55-926FE9B693AD}">
      <dgm:prSet/>
      <dgm:spPr/>
      <dgm:t>
        <a:bodyPr/>
        <a:lstStyle/>
        <a:p>
          <a:endParaRPr lang="en-US"/>
        </a:p>
      </dgm:t>
    </dgm:pt>
    <dgm:pt modelId="{27994A75-582A-43F3-93C7-0D97A97F7134}">
      <dgm:prSet/>
      <dgm:spPr/>
      <dgm:t>
        <a:bodyPr/>
        <a:lstStyle/>
        <a:p>
          <a:pPr>
            <a:defRPr b="1"/>
          </a:pPr>
          <a:r>
            <a:rPr lang="es-ES" b="0" dirty="0"/>
            <a:t>Un experimento = modelo + </a:t>
          </a:r>
          <a:r>
            <a:rPr lang="es-ES" b="0" dirty="0" err="1"/>
            <a:t>dataset</a:t>
          </a:r>
          <a:endParaRPr lang="en-US" b="0" dirty="0"/>
        </a:p>
      </dgm:t>
    </dgm:pt>
    <dgm:pt modelId="{F64FEA2F-BD86-4B19-8E4E-D46F4F86ADB5}" type="parTrans" cxnId="{A0B3CE81-21EE-48ED-B8B4-6708993C1917}">
      <dgm:prSet/>
      <dgm:spPr/>
      <dgm:t>
        <a:bodyPr/>
        <a:lstStyle/>
        <a:p>
          <a:endParaRPr lang="en-US"/>
        </a:p>
      </dgm:t>
    </dgm:pt>
    <dgm:pt modelId="{8AA38074-4F11-4E14-94AA-B1C5EAEDFEDA}" type="sibTrans" cxnId="{A0B3CE81-21EE-48ED-B8B4-6708993C1917}">
      <dgm:prSet/>
      <dgm:spPr/>
      <dgm:t>
        <a:bodyPr/>
        <a:lstStyle/>
        <a:p>
          <a:endParaRPr lang="en-US"/>
        </a:p>
      </dgm:t>
    </dgm:pt>
    <dgm:pt modelId="{0AC8B7A3-0E94-41B8-81E6-97090A86E089}" type="pres">
      <dgm:prSet presAssocID="{F5C41337-46A0-4488-9519-11B60B6C47E4}" presName="Name0" presStyleCnt="0">
        <dgm:presLayoutVars>
          <dgm:dir/>
          <dgm:animLvl val="lvl"/>
          <dgm:resizeHandles val="exact"/>
        </dgm:presLayoutVars>
      </dgm:prSet>
      <dgm:spPr/>
    </dgm:pt>
    <dgm:pt modelId="{88840E34-047C-42E8-9651-F1969038144D}" type="pres">
      <dgm:prSet presAssocID="{27994A75-582A-43F3-93C7-0D97A97F7134}" presName="boxAndChildren" presStyleCnt="0"/>
      <dgm:spPr/>
    </dgm:pt>
    <dgm:pt modelId="{1A1F277A-E2D6-4945-9A63-27ADC1E9CCB4}" type="pres">
      <dgm:prSet presAssocID="{27994A75-582A-43F3-93C7-0D97A97F7134}" presName="parentTextBox" presStyleLbl="node1" presStyleIdx="0" presStyleCnt="3"/>
      <dgm:spPr/>
    </dgm:pt>
    <dgm:pt modelId="{71587BB9-9CF6-42BA-9D4C-F668566C240C}" type="pres">
      <dgm:prSet presAssocID="{2C23C3E1-EA74-4200-9E00-D7558B799CF2}" presName="sp" presStyleCnt="0"/>
      <dgm:spPr/>
    </dgm:pt>
    <dgm:pt modelId="{A265D9F6-FA06-40F9-BEE3-5152206114CB}" type="pres">
      <dgm:prSet presAssocID="{5E319DBA-73E1-4F9E-9114-0B267AFE5A99}" presName="arrowAndChildren" presStyleCnt="0"/>
      <dgm:spPr/>
    </dgm:pt>
    <dgm:pt modelId="{635F2855-EAF8-4F68-84FF-9BD6B5AB7F08}" type="pres">
      <dgm:prSet presAssocID="{5E319DBA-73E1-4F9E-9114-0B267AFE5A99}" presName="parentTextArrow" presStyleLbl="node1" presStyleIdx="0" presStyleCnt="3"/>
      <dgm:spPr/>
    </dgm:pt>
    <dgm:pt modelId="{5BE92E46-F1A8-44FD-8158-DB61574DB285}" type="pres">
      <dgm:prSet presAssocID="{5E319DBA-73E1-4F9E-9114-0B267AFE5A99}" presName="arrow" presStyleLbl="node1" presStyleIdx="1" presStyleCnt="3"/>
      <dgm:spPr/>
    </dgm:pt>
    <dgm:pt modelId="{2B9BCB1E-03F4-40F6-A6AC-C03AEF2EDCD3}" type="pres">
      <dgm:prSet presAssocID="{5E319DBA-73E1-4F9E-9114-0B267AFE5A99}" presName="descendantArrow" presStyleCnt="0"/>
      <dgm:spPr/>
    </dgm:pt>
    <dgm:pt modelId="{23885371-5475-4985-842B-28FFBEFB5EC8}" type="pres">
      <dgm:prSet presAssocID="{31A27C40-3E3B-4588-8200-89F3EEF8F75D}" presName="childTextArrow" presStyleLbl="fgAccFollowNode1" presStyleIdx="0" presStyleCnt="4">
        <dgm:presLayoutVars>
          <dgm:bulletEnabled val="1"/>
        </dgm:presLayoutVars>
      </dgm:prSet>
      <dgm:spPr/>
    </dgm:pt>
    <dgm:pt modelId="{19CA14AA-1B58-42F9-9A61-28B57163EFED}" type="pres">
      <dgm:prSet presAssocID="{5F14C885-2597-4BFF-8109-4F82F7F84F09}" presName="childTextArrow" presStyleLbl="fgAccFollowNode1" presStyleIdx="1" presStyleCnt="4">
        <dgm:presLayoutVars>
          <dgm:bulletEnabled val="1"/>
        </dgm:presLayoutVars>
      </dgm:prSet>
      <dgm:spPr/>
    </dgm:pt>
    <dgm:pt modelId="{48C60C1F-6FF6-4BD1-A692-5F1195E21A50}" type="pres">
      <dgm:prSet presAssocID="{7D2D919F-9A8B-44E8-8BC0-246B0D1C1B59}" presName="childTextArrow" presStyleLbl="fgAccFollowNode1" presStyleIdx="2" presStyleCnt="4">
        <dgm:presLayoutVars>
          <dgm:bulletEnabled val="1"/>
        </dgm:presLayoutVars>
      </dgm:prSet>
      <dgm:spPr/>
    </dgm:pt>
    <dgm:pt modelId="{1391C8C8-389F-4A65-8B22-F5ABFC45FC9E}" type="pres">
      <dgm:prSet presAssocID="{80126A56-306D-4EE4-80A9-0127FDA8C3D0}" presName="childTextArrow" presStyleLbl="fgAccFollowNode1" presStyleIdx="3" presStyleCnt="4">
        <dgm:presLayoutVars>
          <dgm:bulletEnabled val="1"/>
        </dgm:presLayoutVars>
      </dgm:prSet>
      <dgm:spPr/>
    </dgm:pt>
    <dgm:pt modelId="{699E4456-D3A8-4013-92C3-0BEC2F64531B}" type="pres">
      <dgm:prSet presAssocID="{3CEC4387-85B4-43A4-8F9B-B4F22D355CCF}" presName="sp" presStyleCnt="0"/>
      <dgm:spPr/>
    </dgm:pt>
    <dgm:pt modelId="{5DCBF07E-9C0D-4660-BFA2-0F373D2DDA9A}" type="pres">
      <dgm:prSet presAssocID="{6C005240-06B0-4FB6-9F3F-A207C97F2F2E}" presName="arrowAndChildren" presStyleCnt="0"/>
      <dgm:spPr/>
    </dgm:pt>
    <dgm:pt modelId="{C53739FF-AFC0-4C4E-9AB4-703599A3B484}" type="pres">
      <dgm:prSet presAssocID="{6C005240-06B0-4FB6-9F3F-A207C97F2F2E}" presName="parentTextArrow" presStyleLbl="node1" presStyleIdx="2" presStyleCnt="3"/>
      <dgm:spPr/>
    </dgm:pt>
  </dgm:ptLst>
  <dgm:cxnLst>
    <dgm:cxn modelId="{2AEE1319-3CB4-487E-9B63-1190BA449F7F}" srcId="{5E319DBA-73E1-4F9E-9114-0B267AFE5A99}" destId="{31A27C40-3E3B-4588-8200-89F3EEF8F75D}" srcOrd="0" destOrd="0" parTransId="{B8B0F285-B51E-46BD-AA34-1BD3649E978A}" sibTransId="{24E2229D-1CA5-46A1-9054-4AEA405F7196}"/>
    <dgm:cxn modelId="{1CCB3026-2B7E-4B9A-A543-F7A863A52643}" type="presOf" srcId="{F5C41337-46A0-4488-9519-11B60B6C47E4}" destId="{0AC8B7A3-0E94-41B8-81E6-97090A86E089}" srcOrd="0" destOrd="0" presId="urn:microsoft.com/office/officeart/2005/8/layout/process4"/>
    <dgm:cxn modelId="{22984A29-D643-4CF3-934C-474EC9E5575B}" type="presOf" srcId="{5E319DBA-73E1-4F9E-9114-0B267AFE5A99}" destId="{5BE92E46-F1A8-44FD-8158-DB61574DB285}" srcOrd="1" destOrd="0" presId="urn:microsoft.com/office/officeart/2005/8/layout/process4"/>
    <dgm:cxn modelId="{EC29DC30-A4D0-4F60-AD71-BF286548944E}" type="presOf" srcId="{80126A56-306D-4EE4-80A9-0127FDA8C3D0}" destId="{1391C8C8-389F-4A65-8B22-F5ABFC45FC9E}" srcOrd="0" destOrd="0" presId="urn:microsoft.com/office/officeart/2005/8/layout/process4"/>
    <dgm:cxn modelId="{2AF9E23F-2A02-4B4A-8622-1509868BDD43}" type="presOf" srcId="{27994A75-582A-43F3-93C7-0D97A97F7134}" destId="{1A1F277A-E2D6-4945-9A63-27ADC1E9CCB4}" srcOrd="0" destOrd="0" presId="urn:microsoft.com/office/officeart/2005/8/layout/process4"/>
    <dgm:cxn modelId="{1B43F760-F9B5-497A-8DA3-9D8BC56B5130}" type="presOf" srcId="{5F14C885-2597-4BFF-8109-4F82F7F84F09}" destId="{19CA14AA-1B58-42F9-9A61-28B57163EFED}" srcOrd="0" destOrd="0" presId="urn:microsoft.com/office/officeart/2005/8/layout/process4"/>
    <dgm:cxn modelId="{F160CD67-2574-4022-83AF-EC52AD44B0C0}" type="presOf" srcId="{31A27C40-3E3B-4588-8200-89F3EEF8F75D}" destId="{23885371-5475-4985-842B-28FFBEFB5EC8}" srcOrd="0" destOrd="0" presId="urn:microsoft.com/office/officeart/2005/8/layout/process4"/>
    <dgm:cxn modelId="{519AA871-361F-4A25-AB70-C98F5548838C}" srcId="{F5C41337-46A0-4488-9519-11B60B6C47E4}" destId="{6C005240-06B0-4FB6-9F3F-A207C97F2F2E}" srcOrd="0" destOrd="0" parTransId="{02F28F19-B0BB-49C6-81E2-12CFB341660E}" sibTransId="{3CEC4387-85B4-43A4-8F9B-B4F22D355CCF}"/>
    <dgm:cxn modelId="{A0B3CE81-21EE-48ED-B8B4-6708993C1917}" srcId="{F5C41337-46A0-4488-9519-11B60B6C47E4}" destId="{27994A75-582A-43F3-93C7-0D97A97F7134}" srcOrd="2" destOrd="0" parTransId="{F64FEA2F-BD86-4B19-8E4E-D46F4F86ADB5}" sibTransId="{8AA38074-4F11-4E14-94AA-B1C5EAEDFEDA}"/>
    <dgm:cxn modelId="{7C1CF891-E73F-4659-94BB-0253FE934355}" srcId="{F5C41337-46A0-4488-9519-11B60B6C47E4}" destId="{5E319DBA-73E1-4F9E-9114-0B267AFE5A99}" srcOrd="1" destOrd="0" parTransId="{7D7F9948-8E93-4407-B88B-C1C49766C0B3}" sibTransId="{2C23C3E1-EA74-4200-9E00-D7558B799CF2}"/>
    <dgm:cxn modelId="{ECE5FBA6-4C33-42FF-B1F2-0048A7453545}" srcId="{5E319DBA-73E1-4F9E-9114-0B267AFE5A99}" destId="{5F14C885-2597-4BFF-8109-4F82F7F84F09}" srcOrd="1" destOrd="0" parTransId="{7AB9D9F9-CAEF-43D1-92E4-28DAEF13A929}" sibTransId="{E3DB6B24-B392-45CB-AC3B-FEC5B367A5CA}"/>
    <dgm:cxn modelId="{CEB6F1B5-4430-4B24-AC6F-674FEB3E2636}" srcId="{5E319DBA-73E1-4F9E-9114-0B267AFE5A99}" destId="{7D2D919F-9A8B-44E8-8BC0-246B0D1C1B59}" srcOrd="2" destOrd="0" parTransId="{A565EFE7-4EF4-48D4-B4BD-D1EC6D0A2218}" sibTransId="{D4BFB181-A196-4A90-9008-E9D0F6989E52}"/>
    <dgm:cxn modelId="{F02528B8-FF1D-4DE0-8BB9-51B125EF2695}" type="presOf" srcId="{6C005240-06B0-4FB6-9F3F-A207C97F2F2E}" destId="{C53739FF-AFC0-4C4E-9AB4-703599A3B484}" srcOrd="0" destOrd="0" presId="urn:microsoft.com/office/officeart/2005/8/layout/process4"/>
    <dgm:cxn modelId="{CE1809E7-CDDC-4BD4-91A1-367E69E7574F}" type="presOf" srcId="{5E319DBA-73E1-4F9E-9114-0B267AFE5A99}" destId="{635F2855-EAF8-4F68-84FF-9BD6B5AB7F08}" srcOrd="0" destOrd="0" presId="urn:microsoft.com/office/officeart/2005/8/layout/process4"/>
    <dgm:cxn modelId="{92241BEF-A234-4309-917A-7BE2C6E8F0FE}" type="presOf" srcId="{7D2D919F-9A8B-44E8-8BC0-246B0D1C1B59}" destId="{48C60C1F-6FF6-4BD1-A692-5F1195E21A50}" srcOrd="0" destOrd="0" presId="urn:microsoft.com/office/officeart/2005/8/layout/process4"/>
    <dgm:cxn modelId="{4459BCF6-8D7A-47A6-8B55-926FE9B693AD}" srcId="{5E319DBA-73E1-4F9E-9114-0B267AFE5A99}" destId="{80126A56-306D-4EE4-80A9-0127FDA8C3D0}" srcOrd="3" destOrd="0" parTransId="{56C7F8D9-6DBF-40CE-AA5F-7324F0A575AC}" sibTransId="{A2A12948-F01D-42D1-B9E0-AF747ED19B72}"/>
    <dgm:cxn modelId="{07153AB1-89FE-4070-8B85-9C381E77D55F}" type="presParOf" srcId="{0AC8B7A3-0E94-41B8-81E6-97090A86E089}" destId="{88840E34-047C-42E8-9651-F1969038144D}" srcOrd="0" destOrd="0" presId="urn:microsoft.com/office/officeart/2005/8/layout/process4"/>
    <dgm:cxn modelId="{C0567B95-006C-496A-A779-0E5994C0042E}" type="presParOf" srcId="{88840E34-047C-42E8-9651-F1969038144D}" destId="{1A1F277A-E2D6-4945-9A63-27ADC1E9CCB4}" srcOrd="0" destOrd="0" presId="urn:microsoft.com/office/officeart/2005/8/layout/process4"/>
    <dgm:cxn modelId="{CF049E51-EB5B-4B18-9357-720327F1A86D}" type="presParOf" srcId="{0AC8B7A3-0E94-41B8-81E6-97090A86E089}" destId="{71587BB9-9CF6-42BA-9D4C-F668566C240C}" srcOrd="1" destOrd="0" presId="urn:microsoft.com/office/officeart/2005/8/layout/process4"/>
    <dgm:cxn modelId="{EF8E10DD-2A10-4606-83F5-4F7C0BEEC266}" type="presParOf" srcId="{0AC8B7A3-0E94-41B8-81E6-97090A86E089}" destId="{A265D9F6-FA06-40F9-BEE3-5152206114CB}" srcOrd="2" destOrd="0" presId="urn:microsoft.com/office/officeart/2005/8/layout/process4"/>
    <dgm:cxn modelId="{D2E505B2-8956-4BDC-A0E9-DFDBB81181E8}" type="presParOf" srcId="{A265D9F6-FA06-40F9-BEE3-5152206114CB}" destId="{635F2855-EAF8-4F68-84FF-9BD6B5AB7F08}" srcOrd="0" destOrd="0" presId="urn:microsoft.com/office/officeart/2005/8/layout/process4"/>
    <dgm:cxn modelId="{488D1719-62B8-4F4E-AE95-6303969D0646}" type="presParOf" srcId="{A265D9F6-FA06-40F9-BEE3-5152206114CB}" destId="{5BE92E46-F1A8-44FD-8158-DB61574DB285}" srcOrd="1" destOrd="0" presId="urn:microsoft.com/office/officeart/2005/8/layout/process4"/>
    <dgm:cxn modelId="{B41846B9-BA61-4E27-A683-9EFA1F920500}" type="presParOf" srcId="{A265D9F6-FA06-40F9-BEE3-5152206114CB}" destId="{2B9BCB1E-03F4-40F6-A6AC-C03AEF2EDCD3}" srcOrd="2" destOrd="0" presId="urn:microsoft.com/office/officeart/2005/8/layout/process4"/>
    <dgm:cxn modelId="{5FED63CA-E28A-4E3A-AD48-59C1306C077C}" type="presParOf" srcId="{2B9BCB1E-03F4-40F6-A6AC-C03AEF2EDCD3}" destId="{23885371-5475-4985-842B-28FFBEFB5EC8}" srcOrd="0" destOrd="0" presId="urn:microsoft.com/office/officeart/2005/8/layout/process4"/>
    <dgm:cxn modelId="{B231577E-4195-4041-B277-8327D59A5857}" type="presParOf" srcId="{2B9BCB1E-03F4-40F6-A6AC-C03AEF2EDCD3}" destId="{19CA14AA-1B58-42F9-9A61-28B57163EFED}" srcOrd="1" destOrd="0" presId="urn:microsoft.com/office/officeart/2005/8/layout/process4"/>
    <dgm:cxn modelId="{21082D95-7D62-4DDD-ABB7-CD43411A01FE}" type="presParOf" srcId="{2B9BCB1E-03F4-40F6-A6AC-C03AEF2EDCD3}" destId="{48C60C1F-6FF6-4BD1-A692-5F1195E21A50}" srcOrd="2" destOrd="0" presId="urn:microsoft.com/office/officeart/2005/8/layout/process4"/>
    <dgm:cxn modelId="{A37A2E51-192B-49F8-9EC6-8EFCB97754F9}" type="presParOf" srcId="{2B9BCB1E-03F4-40F6-A6AC-C03AEF2EDCD3}" destId="{1391C8C8-389F-4A65-8B22-F5ABFC45FC9E}" srcOrd="3" destOrd="0" presId="urn:microsoft.com/office/officeart/2005/8/layout/process4"/>
    <dgm:cxn modelId="{E45204B9-C836-4904-9F11-4679271A35CC}" type="presParOf" srcId="{0AC8B7A3-0E94-41B8-81E6-97090A86E089}" destId="{699E4456-D3A8-4013-92C3-0BEC2F64531B}" srcOrd="3" destOrd="0" presId="urn:microsoft.com/office/officeart/2005/8/layout/process4"/>
    <dgm:cxn modelId="{9F4DA0A6-3D8A-4D0A-82B8-9B0A25BDFDF6}" type="presParOf" srcId="{0AC8B7A3-0E94-41B8-81E6-97090A86E089}" destId="{5DCBF07E-9C0D-4660-BFA2-0F373D2DDA9A}" srcOrd="4" destOrd="0" presId="urn:microsoft.com/office/officeart/2005/8/layout/process4"/>
    <dgm:cxn modelId="{D1FC6D49-56D3-4B9B-BA91-498D15648194}" type="presParOf" srcId="{5DCBF07E-9C0D-4660-BFA2-0F373D2DDA9A}" destId="{C53739FF-AFC0-4C4E-9AB4-703599A3B48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599E11-1766-42EA-B149-E6D3CE6CFAD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A632DD-C4DC-405D-B4EB-9EA78698274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Centralizar gestión de modelos y datasets</a:t>
          </a:r>
          <a:br>
            <a:rPr lang="es-ES"/>
          </a:br>
          <a:r>
            <a:rPr lang="es-ES"/>
            <a:t>→ Evitar manejo disperso de información </a:t>
          </a:r>
          <a:endParaRPr lang="en-US"/>
        </a:p>
      </dgm:t>
    </dgm:pt>
    <dgm:pt modelId="{C5BF0AB5-8742-4018-A9F7-DE2A37BC5F2D}" type="parTrans" cxnId="{828C85E4-638E-499F-81F5-859A41619382}">
      <dgm:prSet/>
      <dgm:spPr/>
      <dgm:t>
        <a:bodyPr/>
        <a:lstStyle/>
        <a:p>
          <a:endParaRPr lang="en-US"/>
        </a:p>
      </dgm:t>
    </dgm:pt>
    <dgm:pt modelId="{4CA9B370-7B03-4C30-A4A0-5DC2576CE3A6}" type="sibTrans" cxnId="{828C85E4-638E-499F-81F5-859A416193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58D8B2-C3BB-41A5-A4FF-46517DE1958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Simular ejecución de experimentos</a:t>
          </a:r>
          <a:br>
            <a:rPr lang="es-ES"/>
          </a:br>
          <a:r>
            <a:rPr lang="es-ES"/>
            <a:t>→ Representar el flujo típico de ML </a:t>
          </a:r>
          <a:endParaRPr lang="en-US"/>
        </a:p>
      </dgm:t>
    </dgm:pt>
    <dgm:pt modelId="{13D74FCF-0C18-4517-94C9-0982EB22ED7E}" type="parTrans" cxnId="{B4FA9DAC-96D8-4E98-8427-B52225DB0AA8}">
      <dgm:prSet/>
      <dgm:spPr/>
      <dgm:t>
        <a:bodyPr/>
        <a:lstStyle/>
        <a:p>
          <a:endParaRPr lang="en-US"/>
        </a:p>
      </dgm:t>
    </dgm:pt>
    <dgm:pt modelId="{F134F438-E200-4006-8A98-1E84E1B1903D}" type="sibTrans" cxnId="{B4FA9DAC-96D8-4E98-8427-B52225DB0A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CD2FA4-C388-4122-B8B5-9D0A1D6E2AF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Mantener historial consultable</a:t>
          </a:r>
          <a:br>
            <a:rPr lang="es-ES"/>
          </a:br>
          <a:r>
            <a:rPr lang="es-ES"/>
            <a:t>→ Permitir análisis posterior </a:t>
          </a:r>
          <a:endParaRPr lang="en-US"/>
        </a:p>
      </dgm:t>
    </dgm:pt>
    <dgm:pt modelId="{3D337527-A57E-4361-8637-84EA01F6784A}" type="parTrans" cxnId="{D86712B6-70CF-40B3-AA70-8AD2132904C5}">
      <dgm:prSet/>
      <dgm:spPr/>
      <dgm:t>
        <a:bodyPr/>
        <a:lstStyle/>
        <a:p>
          <a:endParaRPr lang="en-US"/>
        </a:p>
      </dgm:t>
    </dgm:pt>
    <dgm:pt modelId="{576FBBDD-81F5-45AE-A318-53C0A3CAF11B}" type="sibTrans" cxnId="{D86712B6-70CF-40B3-AA70-8AD2132904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A8D14A-28C8-490F-A757-4C8B3627876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Aplicar estructuras de datos implementadas manualmente</a:t>
          </a:r>
          <a:br>
            <a:rPr lang="es-ES"/>
          </a:br>
          <a:r>
            <a:rPr lang="es-ES"/>
            <a:t>→ Afianzar conocimientos de algoritmos </a:t>
          </a:r>
          <a:endParaRPr lang="en-US"/>
        </a:p>
      </dgm:t>
    </dgm:pt>
    <dgm:pt modelId="{8A10885C-BEF1-4961-A77E-4F64ED8D1DBA}" type="parTrans" cxnId="{836D2C58-9F6F-4DBF-9C90-57B44E01D8A4}">
      <dgm:prSet/>
      <dgm:spPr/>
      <dgm:t>
        <a:bodyPr/>
        <a:lstStyle/>
        <a:p>
          <a:endParaRPr lang="en-US"/>
        </a:p>
      </dgm:t>
    </dgm:pt>
    <dgm:pt modelId="{A63275B9-1B25-4664-A6D4-3690C58E78AF}" type="sibTrans" cxnId="{836D2C58-9F6F-4DBF-9C90-57B44E01D8A4}">
      <dgm:prSet/>
      <dgm:spPr/>
      <dgm:t>
        <a:bodyPr/>
        <a:lstStyle/>
        <a:p>
          <a:endParaRPr lang="en-US"/>
        </a:p>
      </dgm:t>
    </dgm:pt>
    <dgm:pt modelId="{A44E86A6-4FB0-4168-AFED-6B078A7D67BC}" type="pres">
      <dgm:prSet presAssocID="{0C599E11-1766-42EA-B149-E6D3CE6CFADD}" presName="root" presStyleCnt="0">
        <dgm:presLayoutVars>
          <dgm:dir/>
          <dgm:resizeHandles val="exact"/>
        </dgm:presLayoutVars>
      </dgm:prSet>
      <dgm:spPr/>
    </dgm:pt>
    <dgm:pt modelId="{8A52AA46-B145-406E-B998-F5DDAA57F97A}" type="pres">
      <dgm:prSet presAssocID="{0C599E11-1766-42EA-B149-E6D3CE6CFADD}" presName="container" presStyleCnt="0">
        <dgm:presLayoutVars>
          <dgm:dir/>
          <dgm:resizeHandles val="exact"/>
        </dgm:presLayoutVars>
      </dgm:prSet>
      <dgm:spPr/>
    </dgm:pt>
    <dgm:pt modelId="{6E5619DC-EACD-4736-8BA8-3337C717FF50}" type="pres">
      <dgm:prSet presAssocID="{00A632DD-C4DC-405D-B4EB-9EA786982744}" presName="compNode" presStyleCnt="0"/>
      <dgm:spPr/>
    </dgm:pt>
    <dgm:pt modelId="{6166B6B2-3197-4B5A-AB66-07694BC57C06}" type="pres">
      <dgm:prSet presAssocID="{00A632DD-C4DC-405D-B4EB-9EA786982744}" presName="iconBgRect" presStyleLbl="bgShp" presStyleIdx="0" presStyleCnt="4"/>
      <dgm:spPr/>
    </dgm:pt>
    <dgm:pt modelId="{5C57B1BF-97CD-44FA-9865-A131FD2AED4B}" type="pres">
      <dgm:prSet presAssocID="{00A632DD-C4DC-405D-B4EB-9EA78698274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E63E55D-3EBA-44B6-9E9B-FE8A7CA97567}" type="pres">
      <dgm:prSet presAssocID="{00A632DD-C4DC-405D-B4EB-9EA786982744}" presName="spaceRect" presStyleCnt="0"/>
      <dgm:spPr/>
    </dgm:pt>
    <dgm:pt modelId="{87239E48-2ECD-43BC-9E55-2E93722286B8}" type="pres">
      <dgm:prSet presAssocID="{00A632DD-C4DC-405D-B4EB-9EA786982744}" presName="textRect" presStyleLbl="revTx" presStyleIdx="0" presStyleCnt="4">
        <dgm:presLayoutVars>
          <dgm:chMax val="1"/>
          <dgm:chPref val="1"/>
        </dgm:presLayoutVars>
      </dgm:prSet>
      <dgm:spPr/>
    </dgm:pt>
    <dgm:pt modelId="{F048A6F6-C4C3-4EC2-856F-1C431795D10F}" type="pres">
      <dgm:prSet presAssocID="{4CA9B370-7B03-4C30-A4A0-5DC2576CE3A6}" presName="sibTrans" presStyleLbl="sibTrans2D1" presStyleIdx="0" presStyleCnt="0"/>
      <dgm:spPr/>
    </dgm:pt>
    <dgm:pt modelId="{37F7A539-24A5-4AB4-9FEE-299226F093A9}" type="pres">
      <dgm:prSet presAssocID="{4158D8B2-C3BB-41A5-A4FF-46517DE19586}" presName="compNode" presStyleCnt="0"/>
      <dgm:spPr/>
    </dgm:pt>
    <dgm:pt modelId="{DFF9A404-3BE9-40FC-A884-1E20B2AF2507}" type="pres">
      <dgm:prSet presAssocID="{4158D8B2-C3BB-41A5-A4FF-46517DE19586}" presName="iconBgRect" presStyleLbl="bgShp" presStyleIdx="1" presStyleCnt="4"/>
      <dgm:spPr/>
    </dgm:pt>
    <dgm:pt modelId="{231E07AC-12FB-402C-9E71-C8B5BCD6397D}" type="pres">
      <dgm:prSet presAssocID="{4158D8B2-C3BB-41A5-A4FF-46517DE1958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raz"/>
        </a:ext>
      </dgm:extLst>
    </dgm:pt>
    <dgm:pt modelId="{7E2A931C-482E-48F5-A417-F222BF12CC82}" type="pres">
      <dgm:prSet presAssocID="{4158D8B2-C3BB-41A5-A4FF-46517DE19586}" presName="spaceRect" presStyleCnt="0"/>
      <dgm:spPr/>
    </dgm:pt>
    <dgm:pt modelId="{8F050003-61D9-4159-96C0-D45BD64A4E29}" type="pres">
      <dgm:prSet presAssocID="{4158D8B2-C3BB-41A5-A4FF-46517DE19586}" presName="textRect" presStyleLbl="revTx" presStyleIdx="1" presStyleCnt="4">
        <dgm:presLayoutVars>
          <dgm:chMax val="1"/>
          <dgm:chPref val="1"/>
        </dgm:presLayoutVars>
      </dgm:prSet>
      <dgm:spPr/>
    </dgm:pt>
    <dgm:pt modelId="{C1E0B6DF-BFC2-44C0-9835-9E0934F7DF87}" type="pres">
      <dgm:prSet presAssocID="{F134F438-E200-4006-8A98-1E84E1B1903D}" presName="sibTrans" presStyleLbl="sibTrans2D1" presStyleIdx="0" presStyleCnt="0"/>
      <dgm:spPr/>
    </dgm:pt>
    <dgm:pt modelId="{38BDE0BC-718B-4D21-AD49-CF09431278FA}" type="pres">
      <dgm:prSet presAssocID="{19CD2FA4-C388-4122-B8B5-9D0A1D6E2AF0}" presName="compNode" presStyleCnt="0"/>
      <dgm:spPr/>
    </dgm:pt>
    <dgm:pt modelId="{1A84FE57-3269-48DB-83D6-B8742DA97F1B}" type="pres">
      <dgm:prSet presAssocID="{19CD2FA4-C388-4122-B8B5-9D0A1D6E2AF0}" presName="iconBgRect" presStyleLbl="bgShp" presStyleIdx="2" presStyleCnt="4"/>
      <dgm:spPr/>
    </dgm:pt>
    <dgm:pt modelId="{E3D855B0-EC45-4A7E-B90D-2F68863353E9}" type="pres">
      <dgm:prSet presAssocID="{19CD2FA4-C388-4122-B8B5-9D0A1D6E2AF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DF416EA-0AA9-4A07-8989-79471A837269}" type="pres">
      <dgm:prSet presAssocID="{19CD2FA4-C388-4122-B8B5-9D0A1D6E2AF0}" presName="spaceRect" presStyleCnt="0"/>
      <dgm:spPr/>
    </dgm:pt>
    <dgm:pt modelId="{A69B9582-3248-45A8-86A3-145814F6277D}" type="pres">
      <dgm:prSet presAssocID="{19CD2FA4-C388-4122-B8B5-9D0A1D6E2AF0}" presName="textRect" presStyleLbl="revTx" presStyleIdx="2" presStyleCnt="4">
        <dgm:presLayoutVars>
          <dgm:chMax val="1"/>
          <dgm:chPref val="1"/>
        </dgm:presLayoutVars>
      </dgm:prSet>
      <dgm:spPr/>
    </dgm:pt>
    <dgm:pt modelId="{66FF175A-0657-456E-820B-AEE2CFC0B29E}" type="pres">
      <dgm:prSet presAssocID="{576FBBDD-81F5-45AE-A318-53C0A3CAF11B}" presName="sibTrans" presStyleLbl="sibTrans2D1" presStyleIdx="0" presStyleCnt="0"/>
      <dgm:spPr/>
    </dgm:pt>
    <dgm:pt modelId="{9852A784-34C8-49DC-A297-E6AEE3A4E828}" type="pres">
      <dgm:prSet presAssocID="{E3A8D14A-28C8-490F-A757-4C8B36278764}" presName="compNode" presStyleCnt="0"/>
      <dgm:spPr/>
    </dgm:pt>
    <dgm:pt modelId="{B7FA060B-A116-4462-AB13-03153D6BB905}" type="pres">
      <dgm:prSet presAssocID="{E3A8D14A-28C8-490F-A757-4C8B36278764}" presName="iconBgRect" presStyleLbl="bgShp" presStyleIdx="3" presStyleCnt="4"/>
      <dgm:spPr/>
    </dgm:pt>
    <dgm:pt modelId="{6E968441-0A74-481E-B454-ACDA0EB524FD}" type="pres">
      <dgm:prSet presAssocID="{E3A8D14A-28C8-490F-A757-4C8B3627876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BE431D16-7EA0-49E5-997E-B26E489E5581}" type="pres">
      <dgm:prSet presAssocID="{E3A8D14A-28C8-490F-A757-4C8B36278764}" presName="spaceRect" presStyleCnt="0"/>
      <dgm:spPr/>
    </dgm:pt>
    <dgm:pt modelId="{441D93D7-7F5E-4155-95A4-A962161A0891}" type="pres">
      <dgm:prSet presAssocID="{E3A8D14A-28C8-490F-A757-4C8B362787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4F11507-7F8F-414E-A377-28A23BD8E848}" type="presOf" srcId="{F134F438-E200-4006-8A98-1E84E1B1903D}" destId="{C1E0B6DF-BFC2-44C0-9835-9E0934F7DF87}" srcOrd="0" destOrd="0" presId="urn:microsoft.com/office/officeart/2018/2/layout/IconCircleList"/>
    <dgm:cxn modelId="{3EB36530-8430-4084-BC21-7E4728D0BDCB}" type="presOf" srcId="{19CD2FA4-C388-4122-B8B5-9D0A1D6E2AF0}" destId="{A69B9582-3248-45A8-86A3-145814F6277D}" srcOrd="0" destOrd="0" presId="urn:microsoft.com/office/officeart/2018/2/layout/IconCircleList"/>
    <dgm:cxn modelId="{8907AD37-569C-4B1F-AA3E-C23E3FF35434}" type="presOf" srcId="{4158D8B2-C3BB-41A5-A4FF-46517DE19586}" destId="{8F050003-61D9-4159-96C0-D45BD64A4E29}" srcOrd="0" destOrd="0" presId="urn:microsoft.com/office/officeart/2018/2/layout/IconCircleList"/>
    <dgm:cxn modelId="{A061FF55-96C2-4889-B8F1-EB6973916FEB}" type="presOf" srcId="{576FBBDD-81F5-45AE-A318-53C0A3CAF11B}" destId="{66FF175A-0657-456E-820B-AEE2CFC0B29E}" srcOrd="0" destOrd="0" presId="urn:microsoft.com/office/officeart/2018/2/layout/IconCircleList"/>
    <dgm:cxn modelId="{836D2C58-9F6F-4DBF-9C90-57B44E01D8A4}" srcId="{0C599E11-1766-42EA-B149-E6D3CE6CFADD}" destId="{E3A8D14A-28C8-490F-A757-4C8B36278764}" srcOrd="3" destOrd="0" parTransId="{8A10885C-BEF1-4961-A77E-4F64ED8D1DBA}" sibTransId="{A63275B9-1B25-4664-A6D4-3690C58E78AF}"/>
    <dgm:cxn modelId="{30BA2159-9E05-4CC5-ACB5-EA07F9A0D7F8}" type="presOf" srcId="{00A632DD-C4DC-405D-B4EB-9EA786982744}" destId="{87239E48-2ECD-43BC-9E55-2E93722286B8}" srcOrd="0" destOrd="0" presId="urn:microsoft.com/office/officeart/2018/2/layout/IconCircleList"/>
    <dgm:cxn modelId="{504F6C91-AF23-447B-9539-120EBF9AE1CC}" type="presOf" srcId="{4CA9B370-7B03-4C30-A4A0-5DC2576CE3A6}" destId="{F048A6F6-C4C3-4EC2-856F-1C431795D10F}" srcOrd="0" destOrd="0" presId="urn:microsoft.com/office/officeart/2018/2/layout/IconCircleList"/>
    <dgm:cxn modelId="{B4FA9DAC-96D8-4E98-8427-B52225DB0AA8}" srcId="{0C599E11-1766-42EA-B149-E6D3CE6CFADD}" destId="{4158D8B2-C3BB-41A5-A4FF-46517DE19586}" srcOrd="1" destOrd="0" parTransId="{13D74FCF-0C18-4517-94C9-0982EB22ED7E}" sibTransId="{F134F438-E200-4006-8A98-1E84E1B1903D}"/>
    <dgm:cxn modelId="{D86712B6-70CF-40B3-AA70-8AD2132904C5}" srcId="{0C599E11-1766-42EA-B149-E6D3CE6CFADD}" destId="{19CD2FA4-C388-4122-B8B5-9D0A1D6E2AF0}" srcOrd="2" destOrd="0" parTransId="{3D337527-A57E-4361-8637-84EA01F6784A}" sibTransId="{576FBBDD-81F5-45AE-A318-53C0A3CAF11B}"/>
    <dgm:cxn modelId="{5A9A97E0-7D53-40B1-BC07-CB0ECEEEB251}" type="presOf" srcId="{0C599E11-1766-42EA-B149-E6D3CE6CFADD}" destId="{A44E86A6-4FB0-4168-AFED-6B078A7D67BC}" srcOrd="0" destOrd="0" presId="urn:microsoft.com/office/officeart/2018/2/layout/IconCircleList"/>
    <dgm:cxn modelId="{828C85E4-638E-499F-81F5-859A41619382}" srcId="{0C599E11-1766-42EA-B149-E6D3CE6CFADD}" destId="{00A632DD-C4DC-405D-B4EB-9EA786982744}" srcOrd="0" destOrd="0" parTransId="{C5BF0AB5-8742-4018-A9F7-DE2A37BC5F2D}" sibTransId="{4CA9B370-7B03-4C30-A4A0-5DC2576CE3A6}"/>
    <dgm:cxn modelId="{5CA6DFF1-B0E4-4083-A2B3-A5B1FD6035A2}" type="presOf" srcId="{E3A8D14A-28C8-490F-A757-4C8B36278764}" destId="{441D93D7-7F5E-4155-95A4-A962161A0891}" srcOrd="0" destOrd="0" presId="urn:microsoft.com/office/officeart/2018/2/layout/IconCircleList"/>
    <dgm:cxn modelId="{421B51F0-1E57-4417-9A28-2A3AD5B35D02}" type="presParOf" srcId="{A44E86A6-4FB0-4168-AFED-6B078A7D67BC}" destId="{8A52AA46-B145-406E-B998-F5DDAA57F97A}" srcOrd="0" destOrd="0" presId="urn:microsoft.com/office/officeart/2018/2/layout/IconCircleList"/>
    <dgm:cxn modelId="{34CD1A9B-FE01-47F1-992B-B476FCB27744}" type="presParOf" srcId="{8A52AA46-B145-406E-B998-F5DDAA57F97A}" destId="{6E5619DC-EACD-4736-8BA8-3337C717FF50}" srcOrd="0" destOrd="0" presId="urn:microsoft.com/office/officeart/2018/2/layout/IconCircleList"/>
    <dgm:cxn modelId="{A622C764-A834-444A-8776-BA0402526C91}" type="presParOf" srcId="{6E5619DC-EACD-4736-8BA8-3337C717FF50}" destId="{6166B6B2-3197-4B5A-AB66-07694BC57C06}" srcOrd="0" destOrd="0" presId="urn:microsoft.com/office/officeart/2018/2/layout/IconCircleList"/>
    <dgm:cxn modelId="{94AF1108-4CBC-478C-B618-08F47BB16CA3}" type="presParOf" srcId="{6E5619DC-EACD-4736-8BA8-3337C717FF50}" destId="{5C57B1BF-97CD-44FA-9865-A131FD2AED4B}" srcOrd="1" destOrd="0" presId="urn:microsoft.com/office/officeart/2018/2/layout/IconCircleList"/>
    <dgm:cxn modelId="{ED612F36-F854-4105-8AF8-8F3A73390A5B}" type="presParOf" srcId="{6E5619DC-EACD-4736-8BA8-3337C717FF50}" destId="{5E63E55D-3EBA-44B6-9E9B-FE8A7CA97567}" srcOrd="2" destOrd="0" presId="urn:microsoft.com/office/officeart/2018/2/layout/IconCircleList"/>
    <dgm:cxn modelId="{D338CE31-2A83-4809-8867-1198602B76C4}" type="presParOf" srcId="{6E5619DC-EACD-4736-8BA8-3337C717FF50}" destId="{87239E48-2ECD-43BC-9E55-2E93722286B8}" srcOrd="3" destOrd="0" presId="urn:microsoft.com/office/officeart/2018/2/layout/IconCircleList"/>
    <dgm:cxn modelId="{9DE0DD38-3702-488E-98AB-E35AF777C52D}" type="presParOf" srcId="{8A52AA46-B145-406E-B998-F5DDAA57F97A}" destId="{F048A6F6-C4C3-4EC2-856F-1C431795D10F}" srcOrd="1" destOrd="0" presId="urn:microsoft.com/office/officeart/2018/2/layout/IconCircleList"/>
    <dgm:cxn modelId="{AF1AD4C8-EC70-4F57-B076-814B4BAC1D73}" type="presParOf" srcId="{8A52AA46-B145-406E-B998-F5DDAA57F97A}" destId="{37F7A539-24A5-4AB4-9FEE-299226F093A9}" srcOrd="2" destOrd="0" presId="urn:microsoft.com/office/officeart/2018/2/layout/IconCircleList"/>
    <dgm:cxn modelId="{07DD9E53-8B64-440A-88DF-1A16AE6D3C93}" type="presParOf" srcId="{37F7A539-24A5-4AB4-9FEE-299226F093A9}" destId="{DFF9A404-3BE9-40FC-A884-1E20B2AF2507}" srcOrd="0" destOrd="0" presId="urn:microsoft.com/office/officeart/2018/2/layout/IconCircleList"/>
    <dgm:cxn modelId="{7645B035-A858-422E-B6AE-23BE7F73AACC}" type="presParOf" srcId="{37F7A539-24A5-4AB4-9FEE-299226F093A9}" destId="{231E07AC-12FB-402C-9E71-C8B5BCD6397D}" srcOrd="1" destOrd="0" presId="urn:microsoft.com/office/officeart/2018/2/layout/IconCircleList"/>
    <dgm:cxn modelId="{066CA302-36E7-449D-8543-EF25B425B5F4}" type="presParOf" srcId="{37F7A539-24A5-4AB4-9FEE-299226F093A9}" destId="{7E2A931C-482E-48F5-A417-F222BF12CC82}" srcOrd="2" destOrd="0" presId="urn:microsoft.com/office/officeart/2018/2/layout/IconCircleList"/>
    <dgm:cxn modelId="{9DC81420-17CC-46B8-A7EA-ECB4067B17BA}" type="presParOf" srcId="{37F7A539-24A5-4AB4-9FEE-299226F093A9}" destId="{8F050003-61D9-4159-96C0-D45BD64A4E29}" srcOrd="3" destOrd="0" presId="urn:microsoft.com/office/officeart/2018/2/layout/IconCircleList"/>
    <dgm:cxn modelId="{FDE95917-63F1-46B8-A022-6EE2B6CF876D}" type="presParOf" srcId="{8A52AA46-B145-406E-B998-F5DDAA57F97A}" destId="{C1E0B6DF-BFC2-44C0-9835-9E0934F7DF87}" srcOrd="3" destOrd="0" presId="urn:microsoft.com/office/officeart/2018/2/layout/IconCircleList"/>
    <dgm:cxn modelId="{D8C9A4C6-2BF2-44DE-A6CD-3C1A311EC8F8}" type="presParOf" srcId="{8A52AA46-B145-406E-B998-F5DDAA57F97A}" destId="{38BDE0BC-718B-4D21-AD49-CF09431278FA}" srcOrd="4" destOrd="0" presId="urn:microsoft.com/office/officeart/2018/2/layout/IconCircleList"/>
    <dgm:cxn modelId="{B299ED26-55E3-4EEB-9F78-56B93F809DAD}" type="presParOf" srcId="{38BDE0BC-718B-4D21-AD49-CF09431278FA}" destId="{1A84FE57-3269-48DB-83D6-B8742DA97F1B}" srcOrd="0" destOrd="0" presId="urn:microsoft.com/office/officeart/2018/2/layout/IconCircleList"/>
    <dgm:cxn modelId="{0DBB9774-ED49-487E-93E9-29C34C3CF915}" type="presParOf" srcId="{38BDE0BC-718B-4D21-AD49-CF09431278FA}" destId="{E3D855B0-EC45-4A7E-B90D-2F68863353E9}" srcOrd="1" destOrd="0" presId="urn:microsoft.com/office/officeart/2018/2/layout/IconCircleList"/>
    <dgm:cxn modelId="{CF66C2AE-4D65-4EE5-8715-9FD605709B2A}" type="presParOf" srcId="{38BDE0BC-718B-4D21-AD49-CF09431278FA}" destId="{3DF416EA-0AA9-4A07-8989-79471A837269}" srcOrd="2" destOrd="0" presId="urn:microsoft.com/office/officeart/2018/2/layout/IconCircleList"/>
    <dgm:cxn modelId="{4C68B089-F679-4BC1-A9A9-91AA0F06AC56}" type="presParOf" srcId="{38BDE0BC-718B-4D21-AD49-CF09431278FA}" destId="{A69B9582-3248-45A8-86A3-145814F6277D}" srcOrd="3" destOrd="0" presId="urn:microsoft.com/office/officeart/2018/2/layout/IconCircleList"/>
    <dgm:cxn modelId="{822AB4DA-856C-4F28-8D0F-F66CEB709325}" type="presParOf" srcId="{8A52AA46-B145-406E-B998-F5DDAA57F97A}" destId="{66FF175A-0657-456E-820B-AEE2CFC0B29E}" srcOrd="5" destOrd="0" presId="urn:microsoft.com/office/officeart/2018/2/layout/IconCircleList"/>
    <dgm:cxn modelId="{D24F4DCE-6B01-4DFE-8879-C8EE2DF302CB}" type="presParOf" srcId="{8A52AA46-B145-406E-B998-F5DDAA57F97A}" destId="{9852A784-34C8-49DC-A297-E6AEE3A4E828}" srcOrd="6" destOrd="0" presId="urn:microsoft.com/office/officeart/2018/2/layout/IconCircleList"/>
    <dgm:cxn modelId="{FD69A23B-212E-4800-BF3E-44819C119EA3}" type="presParOf" srcId="{9852A784-34C8-49DC-A297-E6AEE3A4E828}" destId="{B7FA060B-A116-4462-AB13-03153D6BB905}" srcOrd="0" destOrd="0" presId="urn:microsoft.com/office/officeart/2018/2/layout/IconCircleList"/>
    <dgm:cxn modelId="{92CA0A4B-C0B4-46D3-BCD0-ADEFC0722B86}" type="presParOf" srcId="{9852A784-34C8-49DC-A297-E6AEE3A4E828}" destId="{6E968441-0A74-481E-B454-ACDA0EB524FD}" srcOrd="1" destOrd="0" presId="urn:microsoft.com/office/officeart/2018/2/layout/IconCircleList"/>
    <dgm:cxn modelId="{1B4E6AF8-8E1E-4398-AD47-745759C45E72}" type="presParOf" srcId="{9852A784-34C8-49DC-A297-E6AEE3A4E828}" destId="{BE431D16-7EA0-49E5-997E-B26E489E5581}" srcOrd="2" destOrd="0" presId="urn:microsoft.com/office/officeart/2018/2/layout/IconCircleList"/>
    <dgm:cxn modelId="{315F0D64-522D-47E4-9253-CB41D8ACEE0C}" type="presParOf" srcId="{9852A784-34C8-49DC-A297-E6AEE3A4E828}" destId="{441D93D7-7F5E-4155-95A4-A962161A089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BF2CA8-30EC-4BF2-B86D-863B86788FA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599410-ACF8-481E-980A-A1F08B62FF55}">
      <dgm:prSet/>
      <dgm:spPr/>
      <dgm:t>
        <a:bodyPr/>
        <a:lstStyle/>
        <a:p>
          <a:r>
            <a:rPr lang="es-UY" b="1" i="0" baseline="0"/>
            <a:t>Model</a:t>
          </a:r>
          <a:r>
            <a:rPr lang="es-UY" b="0" i="0" baseline="0"/>
            <a:t> → algoritmo de ML</a:t>
          </a:r>
          <a:br>
            <a:rPr lang="es-UY" b="0" i="0" baseline="0"/>
          </a:br>
          <a:r>
            <a:rPr lang="es-UY" b="0" i="0" baseline="0"/>
            <a:t>→ Define el tipo de problema y parámetros </a:t>
          </a:r>
          <a:endParaRPr lang="en-US"/>
        </a:p>
      </dgm:t>
    </dgm:pt>
    <dgm:pt modelId="{FDBF2809-7404-4ADB-A6C6-B45D62B416F1}" type="parTrans" cxnId="{7A88A596-71C9-4C36-9BFD-121119177F4B}">
      <dgm:prSet/>
      <dgm:spPr/>
      <dgm:t>
        <a:bodyPr/>
        <a:lstStyle/>
        <a:p>
          <a:endParaRPr lang="en-US"/>
        </a:p>
      </dgm:t>
    </dgm:pt>
    <dgm:pt modelId="{DADAB37B-C8E0-4D5A-B0E9-BEE9B27D4373}" type="sibTrans" cxnId="{7A88A596-71C9-4C36-9BFD-121119177F4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5F93E4B-AE18-42DE-A45B-BBCC2944F9B2}">
      <dgm:prSet/>
      <dgm:spPr/>
      <dgm:t>
        <a:bodyPr/>
        <a:lstStyle/>
        <a:p>
          <a:r>
            <a:rPr lang="es-UY" b="1" i="0" baseline="0"/>
            <a:t>Dataset</a:t>
          </a:r>
          <a:r>
            <a:rPr lang="es-UY" b="0" i="0" baseline="0"/>
            <a:t> → conjunto de datos</a:t>
          </a:r>
          <a:br>
            <a:rPr lang="es-UY" b="0" i="0" baseline="0"/>
          </a:br>
          <a:r>
            <a:rPr lang="es-UY" b="0" i="0" baseline="0"/>
            <a:t>→ Contiene información a procesar </a:t>
          </a:r>
          <a:endParaRPr lang="en-US"/>
        </a:p>
      </dgm:t>
    </dgm:pt>
    <dgm:pt modelId="{48EBC2AF-ACE0-4031-AAF6-3585CA49F859}" type="parTrans" cxnId="{0910E31A-7035-47B3-B4A6-1FD101F23F80}">
      <dgm:prSet/>
      <dgm:spPr/>
      <dgm:t>
        <a:bodyPr/>
        <a:lstStyle/>
        <a:p>
          <a:endParaRPr lang="en-US"/>
        </a:p>
      </dgm:t>
    </dgm:pt>
    <dgm:pt modelId="{D438F64B-CAB9-46E6-A2C1-40127E37CEC3}" type="sibTrans" cxnId="{0910E31A-7035-47B3-B4A6-1FD101F23F8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5A5907D-9407-48EB-B238-E1035E7AB72C}">
      <dgm:prSet/>
      <dgm:spPr/>
      <dgm:t>
        <a:bodyPr/>
        <a:lstStyle/>
        <a:p>
          <a:r>
            <a:rPr lang="es-UY" b="1" i="0" baseline="0"/>
            <a:t>Experiment</a:t>
          </a:r>
          <a:r>
            <a:rPr lang="es-UY" b="0" i="0" baseline="0"/>
            <a:t> → ejecución modelo + dataset</a:t>
          </a:r>
          <a:br>
            <a:rPr lang="es-UY" b="0" i="0" baseline="0"/>
          </a:br>
          <a:r>
            <a:rPr lang="es-UY" b="0" i="0" baseline="0"/>
            <a:t>→ Genera resultados simulados </a:t>
          </a:r>
          <a:endParaRPr lang="en-US"/>
        </a:p>
      </dgm:t>
    </dgm:pt>
    <dgm:pt modelId="{FE05CADD-6BD5-45B8-93F4-8EA7023DD21F}" type="parTrans" cxnId="{52EE1F98-C1C4-4D91-B478-536CF0F223FC}">
      <dgm:prSet/>
      <dgm:spPr/>
      <dgm:t>
        <a:bodyPr/>
        <a:lstStyle/>
        <a:p>
          <a:endParaRPr lang="en-US"/>
        </a:p>
      </dgm:t>
    </dgm:pt>
    <dgm:pt modelId="{3F80C94C-7607-4A61-8074-BEB22C9667F9}" type="sibTrans" cxnId="{52EE1F98-C1C4-4D91-B478-536CF0F223F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A0F407C-AD60-4865-8370-8F2F5012D465}">
      <dgm:prSet/>
      <dgm:spPr/>
      <dgm:t>
        <a:bodyPr/>
        <a:lstStyle/>
        <a:p>
          <a:r>
            <a:rPr lang="es-UY" b="1" i="0" baseline="0"/>
            <a:t>ExperimentState</a:t>
          </a:r>
          <a:r>
            <a:rPr lang="es-UY" b="0" i="0" baseline="0"/>
            <a:t> → estados del experimento</a:t>
          </a:r>
          <a:br>
            <a:rPr lang="es-UY" b="0" i="0" baseline="0"/>
          </a:br>
          <a:r>
            <a:rPr lang="es-UY" b="0" i="0" baseline="0"/>
            <a:t>→ Controla el ciclo de vida del experimento </a:t>
          </a:r>
          <a:endParaRPr lang="en-US"/>
        </a:p>
      </dgm:t>
    </dgm:pt>
    <dgm:pt modelId="{6DF5B8F8-D38D-4B5D-B75B-0EBD70C5D736}" type="parTrans" cxnId="{F7079587-59AF-4495-9562-4CF09559ED8F}">
      <dgm:prSet/>
      <dgm:spPr/>
      <dgm:t>
        <a:bodyPr/>
        <a:lstStyle/>
        <a:p>
          <a:endParaRPr lang="en-US"/>
        </a:p>
      </dgm:t>
    </dgm:pt>
    <dgm:pt modelId="{B56E5F63-778B-4AC5-8A01-EE51DEA7AE48}" type="sibTrans" cxnId="{F7079587-59AF-4495-9562-4CF09559ED8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BE634F98-E357-41F7-BC9A-DC9478BCC41F}" type="pres">
      <dgm:prSet presAssocID="{40BF2CA8-30EC-4BF2-B86D-863B86788FA4}" presName="Name0" presStyleCnt="0">
        <dgm:presLayoutVars>
          <dgm:animLvl val="lvl"/>
          <dgm:resizeHandles val="exact"/>
        </dgm:presLayoutVars>
      </dgm:prSet>
      <dgm:spPr/>
    </dgm:pt>
    <dgm:pt modelId="{F2DF087A-B759-4C75-8B00-1EF33F89D52C}" type="pres">
      <dgm:prSet presAssocID="{8D599410-ACF8-481E-980A-A1F08B62FF55}" presName="compositeNode" presStyleCnt="0">
        <dgm:presLayoutVars>
          <dgm:bulletEnabled val="1"/>
        </dgm:presLayoutVars>
      </dgm:prSet>
      <dgm:spPr/>
    </dgm:pt>
    <dgm:pt modelId="{A2F9ADB2-80D8-484A-872A-21AA34F19F4C}" type="pres">
      <dgm:prSet presAssocID="{8D599410-ACF8-481E-980A-A1F08B62FF55}" presName="bgRect" presStyleLbl="alignNode1" presStyleIdx="0" presStyleCnt="4"/>
      <dgm:spPr/>
    </dgm:pt>
    <dgm:pt modelId="{C490D451-79B6-4CF8-A729-CA76944C3E9A}" type="pres">
      <dgm:prSet presAssocID="{DADAB37B-C8E0-4D5A-B0E9-BEE9B27D4373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3FD24200-F176-4744-8955-9ABBDAC1CAD3}" type="pres">
      <dgm:prSet presAssocID="{8D599410-ACF8-481E-980A-A1F08B62FF55}" presName="nodeRect" presStyleLbl="alignNode1" presStyleIdx="0" presStyleCnt="4">
        <dgm:presLayoutVars>
          <dgm:bulletEnabled val="1"/>
        </dgm:presLayoutVars>
      </dgm:prSet>
      <dgm:spPr/>
    </dgm:pt>
    <dgm:pt modelId="{CEF08B61-4A95-4E21-87F7-20F1C40042D3}" type="pres">
      <dgm:prSet presAssocID="{DADAB37B-C8E0-4D5A-B0E9-BEE9B27D4373}" presName="sibTrans" presStyleCnt="0"/>
      <dgm:spPr/>
    </dgm:pt>
    <dgm:pt modelId="{E815BD31-B763-46EE-903C-06903D775653}" type="pres">
      <dgm:prSet presAssocID="{A5F93E4B-AE18-42DE-A45B-BBCC2944F9B2}" presName="compositeNode" presStyleCnt="0">
        <dgm:presLayoutVars>
          <dgm:bulletEnabled val="1"/>
        </dgm:presLayoutVars>
      </dgm:prSet>
      <dgm:spPr/>
    </dgm:pt>
    <dgm:pt modelId="{7AAFEEFC-17EE-4F46-A13F-2FF891C4B826}" type="pres">
      <dgm:prSet presAssocID="{A5F93E4B-AE18-42DE-A45B-BBCC2944F9B2}" presName="bgRect" presStyleLbl="alignNode1" presStyleIdx="1" presStyleCnt="4"/>
      <dgm:spPr/>
    </dgm:pt>
    <dgm:pt modelId="{DAFAD508-1F97-410F-B86B-D6CA6135D299}" type="pres">
      <dgm:prSet presAssocID="{D438F64B-CAB9-46E6-A2C1-40127E37CEC3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10C5BE68-9947-4A50-9839-56C82F7903D0}" type="pres">
      <dgm:prSet presAssocID="{A5F93E4B-AE18-42DE-A45B-BBCC2944F9B2}" presName="nodeRect" presStyleLbl="alignNode1" presStyleIdx="1" presStyleCnt="4">
        <dgm:presLayoutVars>
          <dgm:bulletEnabled val="1"/>
        </dgm:presLayoutVars>
      </dgm:prSet>
      <dgm:spPr/>
    </dgm:pt>
    <dgm:pt modelId="{FA576DD8-6229-4BA9-B5A8-B26379301B2C}" type="pres">
      <dgm:prSet presAssocID="{D438F64B-CAB9-46E6-A2C1-40127E37CEC3}" presName="sibTrans" presStyleCnt="0"/>
      <dgm:spPr/>
    </dgm:pt>
    <dgm:pt modelId="{0C34CAF3-DB40-4570-8D04-2560DC274B6B}" type="pres">
      <dgm:prSet presAssocID="{B5A5907D-9407-48EB-B238-E1035E7AB72C}" presName="compositeNode" presStyleCnt="0">
        <dgm:presLayoutVars>
          <dgm:bulletEnabled val="1"/>
        </dgm:presLayoutVars>
      </dgm:prSet>
      <dgm:spPr/>
    </dgm:pt>
    <dgm:pt modelId="{4F0C0E2B-FE8D-4B92-9E9B-6DD9F09E013F}" type="pres">
      <dgm:prSet presAssocID="{B5A5907D-9407-48EB-B238-E1035E7AB72C}" presName="bgRect" presStyleLbl="alignNode1" presStyleIdx="2" presStyleCnt="4"/>
      <dgm:spPr/>
    </dgm:pt>
    <dgm:pt modelId="{BDD0A5B9-6BFA-46A4-8F5C-CDDB3C78A17B}" type="pres">
      <dgm:prSet presAssocID="{3F80C94C-7607-4A61-8074-BEB22C9667F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72524F43-17FA-4F41-A6B3-A337BD1B1852}" type="pres">
      <dgm:prSet presAssocID="{B5A5907D-9407-48EB-B238-E1035E7AB72C}" presName="nodeRect" presStyleLbl="alignNode1" presStyleIdx="2" presStyleCnt="4">
        <dgm:presLayoutVars>
          <dgm:bulletEnabled val="1"/>
        </dgm:presLayoutVars>
      </dgm:prSet>
      <dgm:spPr/>
    </dgm:pt>
    <dgm:pt modelId="{8C97E107-B37B-49F2-80DD-FB4A98C0C8A8}" type="pres">
      <dgm:prSet presAssocID="{3F80C94C-7607-4A61-8074-BEB22C9667F9}" presName="sibTrans" presStyleCnt="0"/>
      <dgm:spPr/>
    </dgm:pt>
    <dgm:pt modelId="{D64BA186-CA52-4DF0-9F38-431C0F23F0B9}" type="pres">
      <dgm:prSet presAssocID="{BA0F407C-AD60-4865-8370-8F2F5012D465}" presName="compositeNode" presStyleCnt="0">
        <dgm:presLayoutVars>
          <dgm:bulletEnabled val="1"/>
        </dgm:presLayoutVars>
      </dgm:prSet>
      <dgm:spPr/>
    </dgm:pt>
    <dgm:pt modelId="{547C27FE-D987-42B2-9F2C-86F62B772FC4}" type="pres">
      <dgm:prSet presAssocID="{BA0F407C-AD60-4865-8370-8F2F5012D465}" presName="bgRect" presStyleLbl="alignNode1" presStyleIdx="3" presStyleCnt="4"/>
      <dgm:spPr/>
    </dgm:pt>
    <dgm:pt modelId="{705E7ABC-DFFD-46C1-AAC5-6475E030FE71}" type="pres">
      <dgm:prSet presAssocID="{B56E5F63-778B-4AC5-8A01-EE51DEA7AE48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5ACE9F7-C6EF-4B82-A3AA-48B78CF1DDFC}" type="pres">
      <dgm:prSet presAssocID="{BA0F407C-AD60-4865-8370-8F2F5012D465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8A7081A-B4CD-4D68-A509-A46B42612A60}" type="presOf" srcId="{3F80C94C-7607-4A61-8074-BEB22C9667F9}" destId="{BDD0A5B9-6BFA-46A4-8F5C-CDDB3C78A17B}" srcOrd="0" destOrd="0" presId="urn:microsoft.com/office/officeart/2016/7/layout/LinearBlockProcessNumbered"/>
    <dgm:cxn modelId="{0910E31A-7035-47B3-B4A6-1FD101F23F80}" srcId="{40BF2CA8-30EC-4BF2-B86D-863B86788FA4}" destId="{A5F93E4B-AE18-42DE-A45B-BBCC2944F9B2}" srcOrd="1" destOrd="0" parTransId="{48EBC2AF-ACE0-4031-AAF6-3585CA49F859}" sibTransId="{D438F64B-CAB9-46E6-A2C1-40127E37CEC3}"/>
    <dgm:cxn modelId="{F931A923-5EDA-48BA-808E-67578BC98FA2}" type="presOf" srcId="{DADAB37B-C8E0-4D5A-B0E9-BEE9B27D4373}" destId="{C490D451-79B6-4CF8-A729-CA76944C3E9A}" srcOrd="0" destOrd="0" presId="urn:microsoft.com/office/officeart/2016/7/layout/LinearBlockProcessNumbered"/>
    <dgm:cxn modelId="{9EB44828-6D28-4B5B-9B6E-76E79AD55654}" type="presOf" srcId="{BA0F407C-AD60-4865-8370-8F2F5012D465}" destId="{547C27FE-D987-42B2-9F2C-86F62B772FC4}" srcOrd="0" destOrd="0" presId="urn:microsoft.com/office/officeart/2016/7/layout/LinearBlockProcessNumbered"/>
    <dgm:cxn modelId="{853D9944-731C-4856-A4C5-CA7F75FE330E}" type="presOf" srcId="{8D599410-ACF8-481E-980A-A1F08B62FF55}" destId="{3FD24200-F176-4744-8955-9ABBDAC1CAD3}" srcOrd="1" destOrd="0" presId="urn:microsoft.com/office/officeart/2016/7/layout/LinearBlockProcessNumbered"/>
    <dgm:cxn modelId="{5813B454-19CF-496B-B512-89B34A0EA845}" type="presOf" srcId="{D438F64B-CAB9-46E6-A2C1-40127E37CEC3}" destId="{DAFAD508-1F97-410F-B86B-D6CA6135D299}" srcOrd="0" destOrd="0" presId="urn:microsoft.com/office/officeart/2016/7/layout/LinearBlockProcessNumbered"/>
    <dgm:cxn modelId="{6F8A2275-AE92-4FDC-82AF-A1FD0B137674}" type="presOf" srcId="{B56E5F63-778B-4AC5-8A01-EE51DEA7AE48}" destId="{705E7ABC-DFFD-46C1-AAC5-6475E030FE71}" srcOrd="0" destOrd="0" presId="urn:microsoft.com/office/officeart/2016/7/layout/LinearBlockProcessNumbered"/>
    <dgm:cxn modelId="{B29F9E7B-6418-48CB-9182-E40982B7AC7A}" type="presOf" srcId="{BA0F407C-AD60-4865-8370-8F2F5012D465}" destId="{95ACE9F7-C6EF-4B82-A3AA-48B78CF1DDFC}" srcOrd="1" destOrd="0" presId="urn:microsoft.com/office/officeart/2016/7/layout/LinearBlockProcessNumbered"/>
    <dgm:cxn modelId="{F7079587-59AF-4495-9562-4CF09559ED8F}" srcId="{40BF2CA8-30EC-4BF2-B86D-863B86788FA4}" destId="{BA0F407C-AD60-4865-8370-8F2F5012D465}" srcOrd="3" destOrd="0" parTransId="{6DF5B8F8-D38D-4B5D-B75B-0EBD70C5D736}" sibTransId="{B56E5F63-778B-4AC5-8A01-EE51DEA7AE48}"/>
    <dgm:cxn modelId="{7A88A596-71C9-4C36-9BFD-121119177F4B}" srcId="{40BF2CA8-30EC-4BF2-B86D-863B86788FA4}" destId="{8D599410-ACF8-481E-980A-A1F08B62FF55}" srcOrd="0" destOrd="0" parTransId="{FDBF2809-7404-4ADB-A6C6-B45D62B416F1}" sibTransId="{DADAB37B-C8E0-4D5A-B0E9-BEE9B27D4373}"/>
    <dgm:cxn modelId="{52EE1F98-C1C4-4D91-B478-536CF0F223FC}" srcId="{40BF2CA8-30EC-4BF2-B86D-863B86788FA4}" destId="{B5A5907D-9407-48EB-B238-E1035E7AB72C}" srcOrd="2" destOrd="0" parTransId="{FE05CADD-6BD5-45B8-93F4-8EA7023DD21F}" sibTransId="{3F80C94C-7607-4A61-8074-BEB22C9667F9}"/>
    <dgm:cxn modelId="{3DA473C6-2207-4E8E-9110-986B1DA5BD3A}" type="presOf" srcId="{B5A5907D-9407-48EB-B238-E1035E7AB72C}" destId="{4F0C0E2B-FE8D-4B92-9E9B-6DD9F09E013F}" srcOrd="0" destOrd="0" presId="urn:microsoft.com/office/officeart/2016/7/layout/LinearBlockProcessNumbered"/>
    <dgm:cxn modelId="{589937D0-4AA2-4C67-99B7-98A6BE751D62}" type="presOf" srcId="{A5F93E4B-AE18-42DE-A45B-BBCC2944F9B2}" destId="{10C5BE68-9947-4A50-9839-56C82F7903D0}" srcOrd="1" destOrd="0" presId="urn:microsoft.com/office/officeart/2016/7/layout/LinearBlockProcessNumbered"/>
    <dgm:cxn modelId="{EDF708D2-7865-48D3-B4A1-7C547F4CC2D7}" type="presOf" srcId="{40BF2CA8-30EC-4BF2-B86D-863B86788FA4}" destId="{BE634F98-E357-41F7-BC9A-DC9478BCC41F}" srcOrd="0" destOrd="0" presId="urn:microsoft.com/office/officeart/2016/7/layout/LinearBlockProcessNumbered"/>
    <dgm:cxn modelId="{FB8AEBEA-EA57-4B74-B41A-893739AAB70D}" type="presOf" srcId="{A5F93E4B-AE18-42DE-A45B-BBCC2944F9B2}" destId="{7AAFEEFC-17EE-4F46-A13F-2FF891C4B826}" srcOrd="0" destOrd="0" presId="urn:microsoft.com/office/officeart/2016/7/layout/LinearBlockProcessNumbered"/>
    <dgm:cxn modelId="{3F01F5EC-C15C-4F31-85E5-CB28D3E8D383}" type="presOf" srcId="{8D599410-ACF8-481E-980A-A1F08B62FF55}" destId="{A2F9ADB2-80D8-484A-872A-21AA34F19F4C}" srcOrd="0" destOrd="0" presId="urn:microsoft.com/office/officeart/2016/7/layout/LinearBlockProcessNumbered"/>
    <dgm:cxn modelId="{C493B3FA-A0F4-4CA3-A5F7-2342E3579DBA}" type="presOf" srcId="{B5A5907D-9407-48EB-B238-E1035E7AB72C}" destId="{72524F43-17FA-4F41-A6B3-A337BD1B1852}" srcOrd="1" destOrd="0" presId="urn:microsoft.com/office/officeart/2016/7/layout/LinearBlockProcessNumbered"/>
    <dgm:cxn modelId="{22AEC1D4-BE4B-4F78-96B9-06CA3FB54C18}" type="presParOf" srcId="{BE634F98-E357-41F7-BC9A-DC9478BCC41F}" destId="{F2DF087A-B759-4C75-8B00-1EF33F89D52C}" srcOrd="0" destOrd="0" presId="urn:microsoft.com/office/officeart/2016/7/layout/LinearBlockProcessNumbered"/>
    <dgm:cxn modelId="{B159FE64-E553-40FF-B372-2FD5D8FC85E5}" type="presParOf" srcId="{F2DF087A-B759-4C75-8B00-1EF33F89D52C}" destId="{A2F9ADB2-80D8-484A-872A-21AA34F19F4C}" srcOrd="0" destOrd="0" presId="urn:microsoft.com/office/officeart/2016/7/layout/LinearBlockProcessNumbered"/>
    <dgm:cxn modelId="{4F6C5B0A-8887-4D28-9E9A-4005D6D29A4B}" type="presParOf" srcId="{F2DF087A-B759-4C75-8B00-1EF33F89D52C}" destId="{C490D451-79B6-4CF8-A729-CA76944C3E9A}" srcOrd="1" destOrd="0" presId="urn:microsoft.com/office/officeart/2016/7/layout/LinearBlockProcessNumbered"/>
    <dgm:cxn modelId="{CDAABC98-26F7-402D-9A5D-E96E9656F720}" type="presParOf" srcId="{F2DF087A-B759-4C75-8B00-1EF33F89D52C}" destId="{3FD24200-F176-4744-8955-9ABBDAC1CAD3}" srcOrd="2" destOrd="0" presId="urn:microsoft.com/office/officeart/2016/7/layout/LinearBlockProcessNumbered"/>
    <dgm:cxn modelId="{81AD42CB-7BBB-4D7A-BFFA-86BB866462CF}" type="presParOf" srcId="{BE634F98-E357-41F7-BC9A-DC9478BCC41F}" destId="{CEF08B61-4A95-4E21-87F7-20F1C40042D3}" srcOrd="1" destOrd="0" presId="urn:microsoft.com/office/officeart/2016/7/layout/LinearBlockProcessNumbered"/>
    <dgm:cxn modelId="{FB081541-D039-4807-BDDE-D4BE5BB5F077}" type="presParOf" srcId="{BE634F98-E357-41F7-BC9A-DC9478BCC41F}" destId="{E815BD31-B763-46EE-903C-06903D775653}" srcOrd="2" destOrd="0" presId="urn:microsoft.com/office/officeart/2016/7/layout/LinearBlockProcessNumbered"/>
    <dgm:cxn modelId="{1EB04FCF-181F-4B12-9BE3-7D7A8DD48158}" type="presParOf" srcId="{E815BD31-B763-46EE-903C-06903D775653}" destId="{7AAFEEFC-17EE-4F46-A13F-2FF891C4B826}" srcOrd="0" destOrd="0" presId="urn:microsoft.com/office/officeart/2016/7/layout/LinearBlockProcessNumbered"/>
    <dgm:cxn modelId="{EFC2AB51-2FEE-4316-9053-7711CED869A4}" type="presParOf" srcId="{E815BD31-B763-46EE-903C-06903D775653}" destId="{DAFAD508-1F97-410F-B86B-D6CA6135D299}" srcOrd="1" destOrd="0" presId="urn:microsoft.com/office/officeart/2016/7/layout/LinearBlockProcessNumbered"/>
    <dgm:cxn modelId="{98B7EF8D-2B71-4C5D-9824-1CB5013F062F}" type="presParOf" srcId="{E815BD31-B763-46EE-903C-06903D775653}" destId="{10C5BE68-9947-4A50-9839-56C82F7903D0}" srcOrd="2" destOrd="0" presId="urn:microsoft.com/office/officeart/2016/7/layout/LinearBlockProcessNumbered"/>
    <dgm:cxn modelId="{78CFA555-1DAB-4FA2-9201-A86946AB81F9}" type="presParOf" srcId="{BE634F98-E357-41F7-BC9A-DC9478BCC41F}" destId="{FA576DD8-6229-4BA9-B5A8-B26379301B2C}" srcOrd="3" destOrd="0" presId="urn:microsoft.com/office/officeart/2016/7/layout/LinearBlockProcessNumbered"/>
    <dgm:cxn modelId="{8825C111-0103-4C1D-B452-616FF73F741A}" type="presParOf" srcId="{BE634F98-E357-41F7-BC9A-DC9478BCC41F}" destId="{0C34CAF3-DB40-4570-8D04-2560DC274B6B}" srcOrd="4" destOrd="0" presId="urn:microsoft.com/office/officeart/2016/7/layout/LinearBlockProcessNumbered"/>
    <dgm:cxn modelId="{DBA8E52D-C0F6-4CC8-A6FA-F2828EDF4FE9}" type="presParOf" srcId="{0C34CAF3-DB40-4570-8D04-2560DC274B6B}" destId="{4F0C0E2B-FE8D-4B92-9E9B-6DD9F09E013F}" srcOrd="0" destOrd="0" presId="urn:microsoft.com/office/officeart/2016/7/layout/LinearBlockProcessNumbered"/>
    <dgm:cxn modelId="{876E8573-B048-4B57-A273-278E9D25E881}" type="presParOf" srcId="{0C34CAF3-DB40-4570-8D04-2560DC274B6B}" destId="{BDD0A5B9-6BFA-46A4-8F5C-CDDB3C78A17B}" srcOrd="1" destOrd="0" presId="urn:microsoft.com/office/officeart/2016/7/layout/LinearBlockProcessNumbered"/>
    <dgm:cxn modelId="{8E1DFD19-E776-4C07-831D-7BF1107D1D9D}" type="presParOf" srcId="{0C34CAF3-DB40-4570-8D04-2560DC274B6B}" destId="{72524F43-17FA-4F41-A6B3-A337BD1B1852}" srcOrd="2" destOrd="0" presId="urn:microsoft.com/office/officeart/2016/7/layout/LinearBlockProcessNumbered"/>
    <dgm:cxn modelId="{6C7EE086-1EC8-40F8-84A7-7FFC0BB7150A}" type="presParOf" srcId="{BE634F98-E357-41F7-BC9A-DC9478BCC41F}" destId="{8C97E107-B37B-49F2-80DD-FB4A98C0C8A8}" srcOrd="5" destOrd="0" presId="urn:microsoft.com/office/officeart/2016/7/layout/LinearBlockProcessNumbered"/>
    <dgm:cxn modelId="{AF820540-3C86-46B5-8C30-B56F29351271}" type="presParOf" srcId="{BE634F98-E357-41F7-BC9A-DC9478BCC41F}" destId="{D64BA186-CA52-4DF0-9F38-431C0F23F0B9}" srcOrd="6" destOrd="0" presId="urn:microsoft.com/office/officeart/2016/7/layout/LinearBlockProcessNumbered"/>
    <dgm:cxn modelId="{73690FF8-0F51-4E7C-A684-1CE4DD9AE5A0}" type="presParOf" srcId="{D64BA186-CA52-4DF0-9F38-431C0F23F0B9}" destId="{547C27FE-D987-42B2-9F2C-86F62B772FC4}" srcOrd="0" destOrd="0" presId="urn:microsoft.com/office/officeart/2016/7/layout/LinearBlockProcessNumbered"/>
    <dgm:cxn modelId="{53EEE874-436A-4854-9A7D-357394786774}" type="presParOf" srcId="{D64BA186-CA52-4DF0-9F38-431C0F23F0B9}" destId="{705E7ABC-DFFD-46C1-AAC5-6475E030FE71}" srcOrd="1" destOrd="0" presId="urn:microsoft.com/office/officeart/2016/7/layout/LinearBlockProcessNumbered"/>
    <dgm:cxn modelId="{36386297-4DF8-419A-AECD-409089E78036}" type="presParOf" srcId="{D64BA186-CA52-4DF0-9F38-431C0F23F0B9}" destId="{95ACE9F7-C6EF-4B82-A3AA-48B78CF1DDF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570C45-F07D-4098-BC94-072E252C490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33CF37-FCB5-4A6F-8F40-17CB33E12F85}">
      <dgm:prSet/>
      <dgm:spPr/>
      <dgm:t>
        <a:bodyPr/>
        <a:lstStyle/>
        <a:p>
          <a:r>
            <a:rPr lang="es-UY" b="0" i="0" baseline="0"/>
            <a:t>setState(ExperimentState state) </a:t>
          </a:r>
          <a:endParaRPr lang="en-US"/>
        </a:p>
      </dgm:t>
    </dgm:pt>
    <dgm:pt modelId="{7FFD4A9A-CDB4-43EF-9C32-B92CA4591A07}" type="parTrans" cxnId="{9DE83504-7492-4359-A96D-1060BACD655B}">
      <dgm:prSet/>
      <dgm:spPr/>
      <dgm:t>
        <a:bodyPr/>
        <a:lstStyle/>
        <a:p>
          <a:endParaRPr lang="en-US"/>
        </a:p>
      </dgm:t>
    </dgm:pt>
    <dgm:pt modelId="{49F971DA-545D-4789-8C76-911716E251F0}" type="sibTrans" cxnId="{9DE83504-7492-4359-A96D-1060BACD655B}">
      <dgm:prSet/>
      <dgm:spPr/>
      <dgm:t>
        <a:bodyPr/>
        <a:lstStyle/>
        <a:p>
          <a:endParaRPr lang="en-US"/>
        </a:p>
      </dgm:t>
    </dgm:pt>
    <dgm:pt modelId="{061FE356-7FCA-447B-842F-EACF0DE80B2B}">
      <dgm:prSet/>
      <dgm:spPr/>
      <dgm:t>
        <a:bodyPr/>
        <a:lstStyle/>
        <a:p>
          <a:r>
            <a:rPr lang="es-UY" b="0" i="0" baseline="0"/>
            <a:t>setResult(double accuracy, double precision) </a:t>
          </a:r>
          <a:endParaRPr lang="en-US"/>
        </a:p>
      </dgm:t>
    </dgm:pt>
    <dgm:pt modelId="{2FC9A2A9-F4F2-4945-9FFF-7001116C1528}" type="parTrans" cxnId="{A3CDADF9-054B-446F-A176-C0EF4DD681F3}">
      <dgm:prSet/>
      <dgm:spPr/>
      <dgm:t>
        <a:bodyPr/>
        <a:lstStyle/>
        <a:p>
          <a:endParaRPr lang="en-US"/>
        </a:p>
      </dgm:t>
    </dgm:pt>
    <dgm:pt modelId="{04595026-3879-408E-8993-133F749D332C}" type="sibTrans" cxnId="{A3CDADF9-054B-446F-A176-C0EF4DD681F3}">
      <dgm:prSet/>
      <dgm:spPr/>
      <dgm:t>
        <a:bodyPr/>
        <a:lstStyle/>
        <a:p>
          <a:endParaRPr lang="en-US"/>
        </a:p>
      </dgm:t>
    </dgm:pt>
    <dgm:pt modelId="{FE70A5C4-7DEE-4CA3-B19E-C15C779EF095}">
      <dgm:prSet/>
      <dgm:spPr/>
      <dgm:t>
        <a:bodyPr/>
        <a:lstStyle/>
        <a:p>
          <a:r>
            <a:rPr lang="es-UY" b="0" i="0" baseline="0"/>
            <a:t>LabFlowManager(DatasetService datasetService, ModelService modelService) </a:t>
          </a:r>
          <a:endParaRPr lang="en-US"/>
        </a:p>
      </dgm:t>
    </dgm:pt>
    <dgm:pt modelId="{A44AB0BF-F541-48E5-A8FB-4216C1830268}" type="parTrans" cxnId="{5E4FCF87-1A58-4325-81E9-CADE6BDE8671}">
      <dgm:prSet/>
      <dgm:spPr/>
      <dgm:t>
        <a:bodyPr/>
        <a:lstStyle/>
        <a:p>
          <a:endParaRPr lang="en-US"/>
        </a:p>
      </dgm:t>
    </dgm:pt>
    <dgm:pt modelId="{499F0728-3434-4ECB-8ACB-04CF22D7B930}" type="sibTrans" cxnId="{5E4FCF87-1A58-4325-81E9-CADE6BDE8671}">
      <dgm:prSet/>
      <dgm:spPr/>
      <dgm:t>
        <a:bodyPr/>
        <a:lstStyle/>
        <a:p>
          <a:endParaRPr lang="en-US"/>
        </a:p>
      </dgm:t>
    </dgm:pt>
    <dgm:pt modelId="{ADDDF872-8939-4024-AC42-88F0C4D44994}">
      <dgm:prSet/>
      <dgm:spPr/>
      <dgm:t>
        <a:bodyPr/>
        <a:lstStyle/>
        <a:p>
          <a:r>
            <a:rPr lang="es-UY" b="0" i="0" baseline="0"/>
            <a:t>createExperiment(int id, int datasetId, int modelId) </a:t>
          </a:r>
          <a:endParaRPr lang="en-US"/>
        </a:p>
      </dgm:t>
    </dgm:pt>
    <dgm:pt modelId="{C3D9BDDC-E9C4-47F3-ACA7-E5F74AD7B8BB}" type="parTrans" cxnId="{8BAC70C3-EFAC-4226-BC49-2F7F2692635C}">
      <dgm:prSet/>
      <dgm:spPr/>
      <dgm:t>
        <a:bodyPr/>
        <a:lstStyle/>
        <a:p>
          <a:endParaRPr lang="en-US"/>
        </a:p>
      </dgm:t>
    </dgm:pt>
    <dgm:pt modelId="{8C955A28-BC33-4AB9-BC4D-6A1345E76E65}" type="sibTrans" cxnId="{8BAC70C3-EFAC-4226-BC49-2F7F2692635C}">
      <dgm:prSet/>
      <dgm:spPr/>
      <dgm:t>
        <a:bodyPr/>
        <a:lstStyle/>
        <a:p>
          <a:endParaRPr lang="en-US"/>
        </a:p>
      </dgm:t>
    </dgm:pt>
    <dgm:pt modelId="{86AC1181-B71D-46B6-8881-FE631FDDAEC0}">
      <dgm:prSet/>
      <dgm:spPr/>
      <dgm:t>
        <a:bodyPr/>
        <a:lstStyle/>
        <a:p>
          <a:r>
            <a:rPr lang="es-UY" b="0" i="0" baseline="0"/>
            <a:t>searchExperiment(int id) </a:t>
          </a:r>
          <a:endParaRPr lang="en-US"/>
        </a:p>
      </dgm:t>
    </dgm:pt>
    <dgm:pt modelId="{853F1304-4344-45B3-B3C5-077627260CDB}" type="parTrans" cxnId="{F096029F-230E-461E-8E00-2696A48F35D3}">
      <dgm:prSet/>
      <dgm:spPr/>
      <dgm:t>
        <a:bodyPr/>
        <a:lstStyle/>
        <a:p>
          <a:endParaRPr lang="en-US"/>
        </a:p>
      </dgm:t>
    </dgm:pt>
    <dgm:pt modelId="{30E2C6A4-8C3C-4DD1-B8D0-559B899217BC}" type="sibTrans" cxnId="{F096029F-230E-461E-8E00-2696A48F35D3}">
      <dgm:prSet/>
      <dgm:spPr/>
      <dgm:t>
        <a:bodyPr/>
        <a:lstStyle/>
        <a:p>
          <a:endParaRPr lang="en-US"/>
        </a:p>
      </dgm:t>
    </dgm:pt>
    <dgm:pt modelId="{39A69820-1DBE-49A7-A685-E51DEE3451A2}" type="pres">
      <dgm:prSet presAssocID="{14570C45-F07D-4098-BC94-072E252C4909}" presName="vert0" presStyleCnt="0">
        <dgm:presLayoutVars>
          <dgm:dir/>
          <dgm:animOne val="branch"/>
          <dgm:animLvl val="lvl"/>
        </dgm:presLayoutVars>
      </dgm:prSet>
      <dgm:spPr/>
    </dgm:pt>
    <dgm:pt modelId="{C9562EDD-020D-4EFC-B52F-2D0E3BC23956}" type="pres">
      <dgm:prSet presAssocID="{9733CF37-FCB5-4A6F-8F40-17CB33E12F85}" presName="thickLine" presStyleLbl="alignNode1" presStyleIdx="0" presStyleCnt="5"/>
      <dgm:spPr/>
    </dgm:pt>
    <dgm:pt modelId="{BC749157-0FD6-4CFE-9565-A4D78133F89F}" type="pres">
      <dgm:prSet presAssocID="{9733CF37-FCB5-4A6F-8F40-17CB33E12F85}" presName="horz1" presStyleCnt="0"/>
      <dgm:spPr/>
    </dgm:pt>
    <dgm:pt modelId="{1CE339D7-A11F-4DA8-8C4B-9AEF269F7EA9}" type="pres">
      <dgm:prSet presAssocID="{9733CF37-FCB5-4A6F-8F40-17CB33E12F85}" presName="tx1" presStyleLbl="revTx" presStyleIdx="0" presStyleCnt="5"/>
      <dgm:spPr/>
    </dgm:pt>
    <dgm:pt modelId="{0234D43D-976B-4157-8613-F61B9BFA01C5}" type="pres">
      <dgm:prSet presAssocID="{9733CF37-FCB5-4A6F-8F40-17CB33E12F85}" presName="vert1" presStyleCnt="0"/>
      <dgm:spPr/>
    </dgm:pt>
    <dgm:pt modelId="{576618AD-EF59-4EEA-99E3-13AE4B60D5AE}" type="pres">
      <dgm:prSet presAssocID="{061FE356-7FCA-447B-842F-EACF0DE80B2B}" presName="thickLine" presStyleLbl="alignNode1" presStyleIdx="1" presStyleCnt="5"/>
      <dgm:spPr/>
    </dgm:pt>
    <dgm:pt modelId="{F80B82E0-51FD-45B3-AAAE-12DADDF18139}" type="pres">
      <dgm:prSet presAssocID="{061FE356-7FCA-447B-842F-EACF0DE80B2B}" presName="horz1" presStyleCnt="0"/>
      <dgm:spPr/>
    </dgm:pt>
    <dgm:pt modelId="{E048C804-5ADE-4F9F-BE08-2C20D1CCDEB8}" type="pres">
      <dgm:prSet presAssocID="{061FE356-7FCA-447B-842F-EACF0DE80B2B}" presName="tx1" presStyleLbl="revTx" presStyleIdx="1" presStyleCnt="5"/>
      <dgm:spPr/>
    </dgm:pt>
    <dgm:pt modelId="{0696A800-268D-4893-9B88-ACC54418E8E8}" type="pres">
      <dgm:prSet presAssocID="{061FE356-7FCA-447B-842F-EACF0DE80B2B}" presName="vert1" presStyleCnt="0"/>
      <dgm:spPr/>
    </dgm:pt>
    <dgm:pt modelId="{5072FE7D-6077-4B10-B6DA-FB088C902EA2}" type="pres">
      <dgm:prSet presAssocID="{FE70A5C4-7DEE-4CA3-B19E-C15C779EF095}" presName="thickLine" presStyleLbl="alignNode1" presStyleIdx="2" presStyleCnt="5"/>
      <dgm:spPr/>
    </dgm:pt>
    <dgm:pt modelId="{FFA4D096-0AFF-4C9B-ACA6-663F6497A08A}" type="pres">
      <dgm:prSet presAssocID="{FE70A5C4-7DEE-4CA3-B19E-C15C779EF095}" presName="horz1" presStyleCnt="0"/>
      <dgm:spPr/>
    </dgm:pt>
    <dgm:pt modelId="{4D97FE34-F079-4895-9282-A4C831452804}" type="pres">
      <dgm:prSet presAssocID="{FE70A5C4-7DEE-4CA3-B19E-C15C779EF095}" presName="tx1" presStyleLbl="revTx" presStyleIdx="2" presStyleCnt="5"/>
      <dgm:spPr/>
    </dgm:pt>
    <dgm:pt modelId="{978FFBA3-0E16-4F0D-B233-B703342B40DC}" type="pres">
      <dgm:prSet presAssocID="{FE70A5C4-7DEE-4CA3-B19E-C15C779EF095}" presName="vert1" presStyleCnt="0"/>
      <dgm:spPr/>
    </dgm:pt>
    <dgm:pt modelId="{9B4FB30E-7289-4605-83DF-C56AA70112F5}" type="pres">
      <dgm:prSet presAssocID="{ADDDF872-8939-4024-AC42-88F0C4D44994}" presName="thickLine" presStyleLbl="alignNode1" presStyleIdx="3" presStyleCnt="5"/>
      <dgm:spPr/>
    </dgm:pt>
    <dgm:pt modelId="{EE46416F-C75D-42C8-96CD-911BC1E28FE8}" type="pres">
      <dgm:prSet presAssocID="{ADDDF872-8939-4024-AC42-88F0C4D44994}" presName="horz1" presStyleCnt="0"/>
      <dgm:spPr/>
    </dgm:pt>
    <dgm:pt modelId="{894A02F2-0109-465B-A075-2C7D51D82139}" type="pres">
      <dgm:prSet presAssocID="{ADDDF872-8939-4024-AC42-88F0C4D44994}" presName="tx1" presStyleLbl="revTx" presStyleIdx="3" presStyleCnt="5"/>
      <dgm:spPr/>
    </dgm:pt>
    <dgm:pt modelId="{3FD5B875-CC9A-4C58-8010-80A0BDD7493B}" type="pres">
      <dgm:prSet presAssocID="{ADDDF872-8939-4024-AC42-88F0C4D44994}" presName="vert1" presStyleCnt="0"/>
      <dgm:spPr/>
    </dgm:pt>
    <dgm:pt modelId="{9A3841F2-CFB3-4A8B-8B03-8AFEC74B468F}" type="pres">
      <dgm:prSet presAssocID="{86AC1181-B71D-46B6-8881-FE631FDDAEC0}" presName="thickLine" presStyleLbl="alignNode1" presStyleIdx="4" presStyleCnt="5"/>
      <dgm:spPr/>
    </dgm:pt>
    <dgm:pt modelId="{13287297-E3B4-4B7B-88DD-DB90E73FEEC6}" type="pres">
      <dgm:prSet presAssocID="{86AC1181-B71D-46B6-8881-FE631FDDAEC0}" presName="horz1" presStyleCnt="0"/>
      <dgm:spPr/>
    </dgm:pt>
    <dgm:pt modelId="{AC790410-D337-4631-B6BF-041202C0F326}" type="pres">
      <dgm:prSet presAssocID="{86AC1181-B71D-46B6-8881-FE631FDDAEC0}" presName="tx1" presStyleLbl="revTx" presStyleIdx="4" presStyleCnt="5"/>
      <dgm:spPr/>
    </dgm:pt>
    <dgm:pt modelId="{9BF7CB7C-93B6-4149-AABD-51EBC26BD8E4}" type="pres">
      <dgm:prSet presAssocID="{86AC1181-B71D-46B6-8881-FE631FDDAEC0}" presName="vert1" presStyleCnt="0"/>
      <dgm:spPr/>
    </dgm:pt>
  </dgm:ptLst>
  <dgm:cxnLst>
    <dgm:cxn modelId="{9DE83504-7492-4359-A96D-1060BACD655B}" srcId="{14570C45-F07D-4098-BC94-072E252C4909}" destId="{9733CF37-FCB5-4A6F-8F40-17CB33E12F85}" srcOrd="0" destOrd="0" parTransId="{7FFD4A9A-CDB4-43EF-9C32-B92CA4591A07}" sibTransId="{49F971DA-545D-4789-8C76-911716E251F0}"/>
    <dgm:cxn modelId="{14C0A812-C88B-4812-8EF1-DC09F2667F46}" type="presOf" srcId="{86AC1181-B71D-46B6-8881-FE631FDDAEC0}" destId="{AC790410-D337-4631-B6BF-041202C0F326}" srcOrd="0" destOrd="0" presId="urn:microsoft.com/office/officeart/2008/layout/LinedList"/>
    <dgm:cxn modelId="{CCF24B1A-0664-457F-8690-682155094180}" type="presOf" srcId="{FE70A5C4-7DEE-4CA3-B19E-C15C779EF095}" destId="{4D97FE34-F079-4895-9282-A4C831452804}" srcOrd="0" destOrd="0" presId="urn:microsoft.com/office/officeart/2008/layout/LinedList"/>
    <dgm:cxn modelId="{6F67062C-C49E-4A21-8FE9-2653748CDEC3}" type="presOf" srcId="{ADDDF872-8939-4024-AC42-88F0C4D44994}" destId="{894A02F2-0109-465B-A075-2C7D51D82139}" srcOrd="0" destOrd="0" presId="urn:microsoft.com/office/officeart/2008/layout/LinedList"/>
    <dgm:cxn modelId="{E4E86A32-9B33-4A92-AABD-5D90B8260195}" type="presOf" srcId="{14570C45-F07D-4098-BC94-072E252C4909}" destId="{39A69820-1DBE-49A7-A685-E51DEE3451A2}" srcOrd="0" destOrd="0" presId="urn:microsoft.com/office/officeart/2008/layout/LinedList"/>
    <dgm:cxn modelId="{5E4FCF87-1A58-4325-81E9-CADE6BDE8671}" srcId="{14570C45-F07D-4098-BC94-072E252C4909}" destId="{FE70A5C4-7DEE-4CA3-B19E-C15C779EF095}" srcOrd="2" destOrd="0" parTransId="{A44AB0BF-F541-48E5-A8FB-4216C1830268}" sibTransId="{499F0728-3434-4ECB-8ACB-04CF22D7B930}"/>
    <dgm:cxn modelId="{F096029F-230E-461E-8E00-2696A48F35D3}" srcId="{14570C45-F07D-4098-BC94-072E252C4909}" destId="{86AC1181-B71D-46B6-8881-FE631FDDAEC0}" srcOrd="4" destOrd="0" parTransId="{853F1304-4344-45B3-B3C5-077627260CDB}" sibTransId="{30E2C6A4-8C3C-4DD1-B8D0-559B899217BC}"/>
    <dgm:cxn modelId="{063CB3B4-C137-4408-81A1-EB3522A4F4C0}" type="presOf" srcId="{061FE356-7FCA-447B-842F-EACF0DE80B2B}" destId="{E048C804-5ADE-4F9F-BE08-2C20D1CCDEB8}" srcOrd="0" destOrd="0" presId="urn:microsoft.com/office/officeart/2008/layout/LinedList"/>
    <dgm:cxn modelId="{8BAC70C3-EFAC-4226-BC49-2F7F2692635C}" srcId="{14570C45-F07D-4098-BC94-072E252C4909}" destId="{ADDDF872-8939-4024-AC42-88F0C4D44994}" srcOrd="3" destOrd="0" parTransId="{C3D9BDDC-E9C4-47F3-ACA7-E5F74AD7B8BB}" sibTransId="{8C955A28-BC33-4AB9-BC4D-6A1345E76E65}"/>
    <dgm:cxn modelId="{7E39EBED-577F-4AA3-8F84-BF51CA35CADF}" type="presOf" srcId="{9733CF37-FCB5-4A6F-8F40-17CB33E12F85}" destId="{1CE339D7-A11F-4DA8-8C4B-9AEF269F7EA9}" srcOrd="0" destOrd="0" presId="urn:microsoft.com/office/officeart/2008/layout/LinedList"/>
    <dgm:cxn modelId="{A3CDADF9-054B-446F-A176-C0EF4DD681F3}" srcId="{14570C45-F07D-4098-BC94-072E252C4909}" destId="{061FE356-7FCA-447B-842F-EACF0DE80B2B}" srcOrd="1" destOrd="0" parTransId="{2FC9A2A9-F4F2-4945-9FFF-7001116C1528}" sibTransId="{04595026-3879-408E-8993-133F749D332C}"/>
    <dgm:cxn modelId="{F8539E49-D4B7-4796-A3BA-0A788B910BC3}" type="presParOf" srcId="{39A69820-1DBE-49A7-A685-E51DEE3451A2}" destId="{C9562EDD-020D-4EFC-B52F-2D0E3BC23956}" srcOrd="0" destOrd="0" presId="urn:microsoft.com/office/officeart/2008/layout/LinedList"/>
    <dgm:cxn modelId="{6B0F8149-84AA-472F-91D8-D990B2763851}" type="presParOf" srcId="{39A69820-1DBE-49A7-A685-E51DEE3451A2}" destId="{BC749157-0FD6-4CFE-9565-A4D78133F89F}" srcOrd="1" destOrd="0" presId="urn:microsoft.com/office/officeart/2008/layout/LinedList"/>
    <dgm:cxn modelId="{9F1DAAC5-867F-41F2-A8D1-1EED02BE4723}" type="presParOf" srcId="{BC749157-0FD6-4CFE-9565-A4D78133F89F}" destId="{1CE339D7-A11F-4DA8-8C4B-9AEF269F7EA9}" srcOrd="0" destOrd="0" presId="urn:microsoft.com/office/officeart/2008/layout/LinedList"/>
    <dgm:cxn modelId="{AF665C8D-A7F7-439C-B25A-F4087A2B3D41}" type="presParOf" srcId="{BC749157-0FD6-4CFE-9565-A4D78133F89F}" destId="{0234D43D-976B-4157-8613-F61B9BFA01C5}" srcOrd="1" destOrd="0" presId="urn:microsoft.com/office/officeart/2008/layout/LinedList"/>
    <dgm:cxn modelId="{8D5815CF-065D-4BDB-BEF5-6842178ABDE0}" type="presParOf" srcId="{39A69820-1DBE-49A7-A685-E51DEE3451A2}" destId="{576618AD-EF59-4EEA-99E3-13AE4B60D5AE}" srcOrd="2" destOrd="0" presId="urn:microsoft.com/office/officeart/2008/layout/LinedList"/>
    <dgm:cxn modelId="{3DC39D20-7AF8-48FE-A9A3-8E4C16965365}" type="presParOf" srcId="{39A69820-1DBE-49A7-A685-E51DEE3451A2}" destId="{F80B82E0-51FD-45B3-AAAE-12DADDF18139}" srcOrd="3" destOrd="0" presId="urn:microsoft.com/office/officeart/2008/layout/LinedList"/>
    <dgm:cxn modelId="{BBC76341-B53C-4184-B49A-78C1A3B552E5}" type="presParOf" srcId="{F80B82E0-51FD-45B3-AAAE-12DADDF18139}" destId="{E048C804-5ADE-4F9F-BE08-2C20D1CCDEB8}" srcOrd="0" destOrd="0" presId="urn:microsoft.com/office/officeart/2008/layout/LinedList"/>
    <dgm:cxn modelId="{EAD9148A-2B33-4385-BAAE-6F77A47EA691}" type="presParOf" srcId="{F80B82E0-51FD-45B3-AAAE-12DADDF18139}" destId="{0696A800-268D-4893-9B88-ACC54418E8E8}" srcOrd="1" destOrd="0" presId="urn:microsoft.com/office/officeart/2008/layout/LinedList"/>
    <dgm:cxn modelId="{F1FF1E1A-494A-4C18-8DE5-5757518832F3}" type="presParOf" srcId="{39A69820-1DBE-49A7-A685-E51DEE3451A2}" destId="{5072FE7D-6077-4B10-B6DA-FB088C902EA2}" srcOrd="4" destOrd="0" presId="urn:microsoft.com/office/officeart/2008/layout/LinedList"/>
    <dgm:cxn modelId="{9DA75333-1D71-4AC2-8C39-9E5361F9270A}" type="presParOf" srcId="{39A69820-1DBE-49A7-A685-E51DEE3451A2}" destId="{FFA4D096-0AFF-4C9B-ACA6-663F6497A08A}" srcOrd="5" destOrd="0" presId="urn:microsoft.com/office/officeart/2008/layout/LinedList"/>
    <dgm:cxn modelId="{269D29C8-18C8-4D96-97E2-1CBD1905CA81}" type="presParOf" srcId="{FFA4D096-0AFF-4C9B-ACA6-663F6497A08A}" destId="{4D97FE34-F079-4895-9282-A4C831452804}" srcOrd="0" destOrd="0" presId="urn:microsoft.com/office/officeart/2008/layout/LinedList"/>
    <dgm:cxn modelId="{B7064EE7-A1A3-43B6-B5A5-6EC487E260D9}" type="presParOf" srcId="{FFA4D096-0AFF-4C9B-ACA6-663F6497A08A}" destId="{978FFBA3-0E16-4F0D-B233-B703342B40DC}" srcOrd="1" destOrd="0" presId="urn:microsoft.com/office/officeart/2008/layout/LinedList"/>
    <dgm:cxn modelId="{E2FF3CC7-D14A-46BC-A4E6-CE5C47BDA33A}" type="presParOf" srcId="{39A69820-1DBE-49A7-A685-E51DEE3451A2}" destId="{9B4FB30E-7289-4605-83DF-C56AA70112F5}" srcOrd="6" destOrd="0" presId="urn:microsoft.com/office/officeart/2008/layout/LinedList"/>
    <dgm:cxn modelId="{2023B3FE-E00D-4047-B496-FAA2B9165E21}" type="presParOf" srcId="{39A69820-1DBE-49A7-A685-E51DEE3451A2}" destId="{EE46416F-C75D-42C8-96CD-911BC1E28FE8}" srcOrd="7" destOrd="0" presId="urn:microsoft.com/office/officeart/2008/layout/LinedList"/>
    <dgm:cxn modelId="{87FC203E-769C-46BE-921A-D9E961487848}" type="presParOf" srcId="{EE46416F-C75D-42C8-96CD-911BC1E28FE8}" destId="{894A02F2-0109-465B-A075-2C7D51D82139}" srcOrd="0" destOrd="0" presId="urn:microsoft.com/office/officeart/2008/layout/LinedList"/>
    <dgm:cxn modelId="{014CF303-6575-4A9B-ABDA-AC980C5E7473}" type="presParOf" srcId="{EE46416F-C75D-42C8-96CD-911BC1E28FE8}" destId="{3FD5B875-CC9A-4C58-8010-80A0BDD7493B}" srcOrd="1" destOrd="0" presId="urn:microsoft.com/office/officeart/2008/layout/LinedList"/>
    <dgm:cxn modelId="{C0EDEA20-2987-4797-AC58-8A3431A71703}" type="presParOf" srcId="{39A69820-1DBE-49A7-A685-E51DEE3451A2}" destId="{9A3841F2-CFB3-4A8B-8B03-8AFEC74B468F}" srcOrd="8" destOrd="0" presId="urn:microsoft.com/office/officeart/2008/layout/LinedList"/>
    <dgm:cxn modelId="{75447D77-93A7-462E-AE14-B7199A3B446A}" type="presParOf" srcId="{39A69820-1DBE-49A7-A685-E51DEE3451A2}" destId="{13287297-E3B4-4B7B-88DD-DB90E73FEEC6}" srcOrd="9" destOrd="0" presId="urn:microsoft.com/office/officeart/2008/layout/LinedList"/>
    <dgm:cxn modelId="{C7CD7FED-C717-4500-B678-10CD90666B4C}" type="presParOf" srcId="{13287297-E3B4-4B7B-88DD-DB90E73FEEC6}" destId="{AC790410-D337-4631-B6BF-041202C0F326}" srcOrd="0" destOrd="0" presId="urn:microsoft.com/office/officeart/2008/layout/LinedList"/>
    <dgm:cxn modelId="{CEA4FA26-1884-4A54-B60C-C2B15969587F}" type="presParOf" srcId="{13287297-E3B4-4B7B-88DD-DB90E73FEEC6}" destId="{9BF7CB7C-93B6-4149-AABD-51EBC26BD8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570C45-F07D-4098-BC94-072E252C490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33CF37-FCB5-4A6F-8F40-17CB33E12F85}">
      <dgm:prSet/>
      <dgm:spPr/>
      <dgm:t>
        <a:bodyPr/>
        <a:lstStyle/>
        <a:p>
          <a:r>
            <a:rPr lang="es-UY" dirty="0" err="1"/>
            <a:t>listExecutedExperiments</a:t>
          </a:r>
          <a:r>
            <a:rPr lang="es-UY" dirty="0"/>
            <a:t>()</a:t>
          </a:r>
          <a:endParaRPr lang="en-US" dirty="0"/>
        </a:p>
      </dgm:t>
    </dgm:pt>
    <dgm:pt modelId="{7FFD4A9A-CDB4-43EF-9C32-B92CA4591A07}" type="parTrans" cxnId="{9DE83504-7492-4359-A96D-1060BACD655B}">
      <dgm:prSet/>
      <dgm:spPr/>
      <dgm:t>
        <a:bodyPr/>
        <a:lstStyle/>
        <a:p>
          <a:endParaRPr lang="en-US"/>
        </a:p>
      </dgm:t>
    </dgm:pt>
    <dgm:pt modelId="{49F971DA-545D-4789-8C76-911716E251F0}" type="sibTrans" cxnId="{9DE83504-7492-4359-A96D-1060BACD655B}">
      <dgm:prSet/>
      <dgm:spPr/>
      <dgm:t>
        <a:bodyPr/>
        <a:lstStyle/>
        <a:p>
          <a:endParaRPr lang="en-US"/>
        </a:p>
      </dgm:t>
    </dgm:pt>
    <dgm:pt modelId="{061FE356-7FCA-447B-842F-EACF0DE80B2B}">
      <dgm:prSet/>
      <dgm:spPr/>
      <dgm:t>
        <a:bodyPr/>
        <a:lstStyle/>
        <a:p>
          <a:r>
            <a:rPr lang="es-UY" dirty="0" err="1"/>
            <a:t>listExperimentsByDataset</a:t>
          </a:r>
          <a:r>
            <a:rPr lang="es-UY" dirty="0"/>
            <a:t>(</a:t>
          </a:r>
          <a:r>
            <a:rPr lang="es-UY" dirty="0" err="1"/>
            <a:t>int</a:t>
          </a:r>
          <a:r>
            <a:rPr lang="es-UY" dirty="0"/>
            <a:t> </a:t>
          </a:r>
          <a:r>
            <a:rPr lang="es-UY" dirty="0" err="1"/>
            <a:t>datasetId</a:t>
          </a:r>
          <a:r>
            <a:rPr lang="es-UY" dirty="0"/>
            <a:t>)</a:t>
          </a:r>
          <a:endParaRPr lang="en-US" dirty="0"/>
        </a:p>
      </dgm:t>
    </dgm:pt>
    <dgm:pt modelId="{2FC9A2A9-F4F2-4945-9FFF-7001116C1528}" type="parTrans" cxnId="{A3CDADF9-054B-446F-A176-C0EF4DD681F3}">
      <dgm:prSet/>
      <dgm:spPr/>
      <dgm:t>
        <a:bodyPr/>
        <a:lstStyle/>
        <a:p>
          <a:endParaRPr lang="en-US"/>
        </a:p>
      </dgm:t>
    </dgm:pt>
    <dgm:pt modelId="{04595026-3879-408E-8993-133F749D332C}" type="sibTrans" cxnId="{A3CDADF9-054B-446F-A176-C0EF4DD681F3}">
      <dgm:prSet/>
      <dgm:spPr/>
      <dgm:t>
        <a:bodyPr/>
        <a:lstStyle/>
        <a:p>
          <a:endParaRPr lang="en-US"/>
        </a:p>
      </dgm:t>
    </dgm:pt>
    <dgm:pt modelId="{FE70A5C4-7DEE-4CA3-B19E-C15C779EF095}">
      <dgm:prSet/>
      <dgm:spPr/>
      <dgm:t>
        <a:bodyPr/>
        <a:lstStyle/>
        <a:p>
          <a:r>
            <a:rPr lang="es-UY" dirty="0" err="1"/>
            <a:t>listExperimentsByModel</a:t>
          </a:r>
          <a:r>
            <a:rPr lang="es-UY" dirty="0"/>
            <a:t>(</a:t>
          </a:r>
          <a:r>
            <a:rPr lang="es-UY" dirty="0" err="1"/>
            <a:t>int</a:t>
          </a:r>
          <a:r>
            <a:rPr lang="es-UY" dirty="0"/>
            <a:t> </a:t>
          </a:r>
          <a:r>
            <a:rPr lang="es-UY" dirty="0" err="1"/>
            <a:t>modelId</a:t>
          </a:r>
          <a:r>
            <a:rPr lang="es-UY" dirty="0"/>
            <a:t>)</a:t>
          </a:r>
          <a:endParaRPr lang="en-US" dirty="0"/>
        </a:p>
      </dgm:t>
    </dgm:pt>
    <dgm:pt modelId="{A44AB0BF-F541-48E5-A8FB-4216C1830268}" type="parTrans" cxnId="{5E4FCF87-1A58-4325-81E9-CADE6BDE8671}">
      <dgm:prSet/>
      <dgm:spPr/>
      <dgm:t>
        <a:bodyPr/>
        <a:lstStyle/>
        <a:p>
          <a:endParaRPr lang="en-US"/>
        </a:p>
      </dgm:t>
    </dgm:pt>
    <dgm:pt modelId="{499F0728-3434-4ECB-8ACB-04CF22D7B930}" type="sibTrans" cxnId="{5E4FCF87-1A58-4325-81E9-CADE6BDE8671}">
      <dgm:prSet/>
      <dgm:spPr/>
      <dgm:t>
        <a:bodyPr/>
        <a:lstStyle/>
        <a:p>
          <a:endParaRPr lang="en-US"/>
        </a:p>
      </dgm:t>
    </dgm:pt>
    <dgm:pt modelId="{ADDDF872-8939-4024-AC42-88F0C4D44994}">
      <dgm:prSet/>
      <dgm:spPr/>
      <dgm:t>
        <a:bodyPr/>
        <a:lstStyle/>
        <a:p>
          <a:r>
            <a:rPr lang="es-UY" dirty="0" err="1"/>
            <a:t>executeAllExperiments</a:t>
          </a:r>
          <a:r>
            <a:rPr lang="es-UY" dirty="0"/>
            <a:t>()</a:t>
          </a:r>
          <a:endParaRPr lang="en-US" dirty="0"/>
        </a:p>
      </dgm:t>
    </dgm:pt>
    <dgm:pt modelId="{C3D9BDDC-E9C4-47F3-ACA7-E5F74AD7B8BB}" type="parTrans" cxnId="{8BAC70C3-EFAC-4226-BC49-2F7F2692635C}">
      <dgm:prSet/>
      <dgm:spPr/>
      <dgm:t>
        <a:bodyPr/>
        <a:lstStyle/>
        <a:p>
          <a:endParaRPr lang="en-US"/>
        </a:p>
      </dgm:t>
    </dgm:pt>
    <dgm:pt modelId="{8C955A28-BC33-4AB9-BC4D-6A1345E76E65}" type="sibTrans" cxnId="{8BAC70C3-EFAC-4226-BC49-2F7F2692635C}">
      <dgm:prSet/>
      <dgm:spPr/>
      <dgm:t>
        <a:bodyPr/>
        <a:lstStyle/>
        <a:p>
          <a:endParaRPr lang="en-US"/>
        </a:p>
      </dgm:t>
    </dgm:pt>
    <dgm:pt modelId="{86AC1181-B71D-46B6-8881-FE631FDDAEC0}">
      <dgm:prSet/>
      <dgm:spPr/>
      <dgm:t>
        <a:bodyPr/>
        <a:lstStyle/>
        <a:p>
          <a:endParaRPr lang="en-US" dirty="0"/>
        </a:p>
      </dgm:t>
    </dgm:pt>
    <dgm:pt modelId="{853F1304-4344-45B3-B3C5-077627260CDB}" type="parTrans" cxnId="{F096029F-230E-461E-8E00-2696A48F35D3}">
      <dgm:prSet/>
      <dgm:spPr/>
      <dgm:t>
        <a:bodyPr/>
        <a:lstStyle/>
        <a:p>
          <a:endParaRPr lang="en-US"/>
        </a:p>
      </dgm:t>
    </dgm:pt>
    <dgm:pt modelId="{30E2C6A4-8C3C-4DD1-B8D0-559B899217BC}" type="sibTrans" cxnId="{F096029F-230E-461E-8E00-2696A48F35D3}">
      <dgm:prSet/>
      <dgm:spPr/>
      <dgm:t>
        <a:bodyPr/>
        <a:lstStyle/>
        <a:p>
          <a:endParaRPr lang="en-US"/>
        </a:p>
      </dgm:t>
    </dgm:pt>
    <dgm:pt modelId="{39A69820-1DBE-49A7-A685-E51DEE3451A2}" type="pres">
      <dgm:prSet presAssocID="{14570C45-F07D-4098-BC94-072E252C4909}" presName="vert0" presStyleCnt="0">
        <dgm:presLayoutVars>
          <dgm:dir/>
          <dgm:animOne val="branch"/>
          <dgm:animLvl val="lvl"/>
        </dgm:presLayoutVars>
      </dgm:prSet>
      <dgm:spPr/>
    </dgm:pt>
    <dgm:pt modelId="{C9562EDD-020D-4EFC-B52F-2D0E3BC23956}" type="pres">
      <dgm:prSet presAssocID="{9733CF37-FCB5-4A6F-8F40-17CB33E12F85}" presName="thickLine" presStyleLbl="alignNode1" presStyleIdx="0" presStyleCnt="5"/>
      <dgm:spPr/>
    </dgm:pt>
    <dgm:pt modelId="{BC749157-0FD6-4CFE-9565-A4D78133F89F}" type="pres">
      <dgm:prSet presAssocID="{9733CF37-FCB5-4A6F-8F40-17CB33E12F85}" presName="horz1" presStyleCnt="0"/>
      <dgm:spPr/>
    </dgm:pt>
    <dgm:pt modelId="{1CE339D7-A11F-4DA8-8C4B-9AEF269F7EA9}" type="pres">
      <dgm:prSet presAssocID="{9733CF37-FCB5-4A6F-8F40-17CB33E12F85}" presName="tx1" presStyleLbl="revTx" presStyleIdx="0" presStyleCnt="5"/>
      <dgm:spPr/>
    </dgm:pt>
    <dgm:pt modelId="{0234D43D-976B-4157-8613-F61B9BFA01C5}" type="pres">
      <dgm:prSet presAssocID="{9733CF37-FCB5-4A6F-8F40-17CB33E12F85}" presName="vert1" presStyleCnt="0"/>
      <dgm:spPr/>
    </dgm:pt>
    <dgm:pt modelId="{576618AD-EF59-4EEA-99E3-13AE4B60D5AE}" type="pres">
      <dgm:prSet presAssocID="{061FE356-7FCA-447B-842F-EACF0DE80B2B}" presName="thickLine" presStyleLbl="alignNode1" presStyleIdx="1" presStyleCnt="5"/>
      <dgm:spPr/>
    </dgm:pt>
    <dgm:pt modelId="{F80B82E0-51FD-45B3-AAAE-12DADDF18139}" type="pres">
      <dgm:prSet presAssocID="{061FE356-7FCA-447B-842F-EACF0DE80B2B}" presName="horz1" presStyleCnt="0"/>
      <dgm:spPr/>
    </dgm:pt>
    <dgm:pt modelId="{E048C804-5ADE-4F9F-BE08-2C20D1CCDEB8}" type="pres">
      <dgm:prSet presAssocID="{061FE356-7FCA-447B-842F-EACF0DE80B2B}" presName="tx1" presStyleLbl="revTx" presStyleIdx="1" presStyleCnt="5"/>
      <dgm:spPr/>
    </dgm:pt>
    <dgm:pt modelId="{0696A800-268D-4893-9B88-ACC54418E8E8}" type="pres">
      <dgm:prSet presAssocID="{061FE356-7FCA-447B-842F-EACF0DE80B2B}" presName="vert1" presStyleCnt="0"/>
      <dgm:spPr/>
    </dgm:pt>
    <dgm:pt modelId="{5072FE7D-6077-4B10-B6DA-FB088C902EA2}" type="pres">
      <dgm:prSet presAssocID="{FE70A5C4-7DEE-4CA3-B19E-C15C779EF095}" presName="thickLine" presStyleLbl="alignNode1" presStyleIdx="2" presStyleCnt="5"/>
      <dgm:spPr/>
    </dgm:pt>
    <dgm:pt modelId="{FFA4D096-0AFF-4C9B-ACA6-663F6497A08A}" type="pres">
      <dgm:prSet presAssocID="{FE70A5C4-7DEE-4CA3-B19E-C15C779EF095}" presName="horz1" presStyleCnt="0"/>
      <dgm:spPr/>
    </dgm:pt>
    <dgm:pt modelId="{4D97FE34-F079-4895-9282-A4C831452804}" type="pres">
      <dgm:prSet presAssocID="{FE70A5C4-7DEE-4CA3-B19E-C15C779EF095}" presName="tx1" presStyleLbl="revTx" presStyleIdx="2" presStyleCnt="5"/>
      <dgm:spPr/>
    </dgm:pt>
    <dgm:pt modelId="{978FFBA3-0E16-4F0D-B233-B703342B40DC}" type="pres">
      <dgm:prSet presAssocID="{FE70A5C4-7DEE-4CA3-B19E-C15C779EF095}" presName="vert1" presStyleCnt="0"/>
      <dgm:spPr/>
    </dgm:pt>
    <dgm:pt modelId="{9B4FB30E-7289-4605-83DF-C56AA70112F5}" type="pres">
      <dgm:prSet presAssocID="{ADDDF872-8939-4024-AC42-88F0C4D44994}" presName="thickLine" presStyleLbl="alignNode1" presStyleIdx="3" presStyleCnt="5"/>
      <dgm:spPr/>
    </dgm:pt>
    <dgm:pt modelId="{EE46416F-C75D-42C8-96CD-911BC1E28FE8}" type="pres">
      <dgm:prSet presAssocID="{ADDDF872-8939-4024-AC42-88F0C4D44994}" presName="horz1" presStyleCnt="0"/>
      <dgm:spPr/>
    </dgm:pt>
    <dgm:pt modelId="{894A02F2-0109-465B-A075-2C7D51D82139}" type="pres">
      <dgm:prSet presAssocID="{ADDDF872-8939-4024-AC42-88F0C4D44994}" presName="tx1" presStyleLbl="revTx" presStyleIdx="3" presStyleCnt="5"/>
      <dgm:spPr/>
    </dgm:pt>
    <dgm:pt modelId="{3FD5B875-CC9A-4C58-8010-80A0BDD7493B}" type="pres">
      <dgm:prSet presAssocID="{ADDDF872-8939-4024-AC42-88F0C4D44994}" presName="vert1" presStyleCnt="0"/>
      <dgm:spPr/>
    </dgm:pt>
    <dgm:pt modelId="{9A3841F2-CFB3-4A8B-8B03-8AFEC74B468F}" type="pres">
      <dgm:prSet presAssocID="{86AC1181-B71D-46B6-8881-FE631FDDAEC0}" presName="thickLine" presStyleLbl="alignNode1" presStyleIdx="4" presStyleCnt="5"/>
      <dgm:spPr/>
    </dgm:pt>
    <dgm:pt modelId="{13287297-E3B4-4B7B-88DD-DB90E73FEEC6}" type="pres">
      <dgm:prSet presAssocID="{86AC1181-B71D-46B6-8881-FE631FDDAEC0}" presName="horz1" presStyleCnt="0"/>
      <dgm:spPr/>
    </dgm:pt>
    <dgm:pt modelId="{AC790410-D337-4631-B6BF-041202C0F326}" type="pres">
      <dgm:prSet presAssocID="{86AC1181-B71D-46B6-8881-FE631FDDAEC0}" presName="tx1" presStyleLbl="revTx" presStyleIdx="4" presStyleCnt="5"/>
      <dgm:spPr/>
    </dgm:pt>
    <dgm:pt modelId="{9BF7CB7C-93B6-4149-AABD-51EBC26BD8E4}" type="pres">
      <dgm:prSet presAssocID="{86AC1181-B71D-46B6-8881-FE631FDDAEC0}" presName="vert1" presStyleCnt="0"/>
      <dgm:spPr/>
    </dgm:pt>
  </dgm:ptLst>
  <dgm:cxnLst>
    <dgm:cxn modelId="{9DE83504-7492-4359-A96D-1060BACD655B}" srcId="{14570C45-F07D-4098-BC94-072E252C4909}" destId="{9733CF37-FCB5-4A6F-8F40-17CB33E12F85}" srcOrd="0" destOrd="0" parTransId="{7FFD4A9A-CDB4-43EF-9C32-B92CA4591A07}" sibTransId="{49F971DA-545D-4789-8C76-911716E251F0}"/>
    <dgm:cxn modelId="{14C0A812-C88B-4812-8EF1-DC09F2667F46}" type="presOf" srcId="{86AC1181-B71D-46B6-8881-FE631FDDAEC0}" destId="{AC790410-D337-4631-B6BF-041202C0F326}" srcOrd="0" destOrd="0" presId="urn:microsoft.com/office/officeart/2008/layout/LinedList"/>
    <dgm:cxn modelId="{CCF24B1A-0664-457F-8690-682155094180}" type="presOf" srcId="{FE70A5C4-7DEE-4CA3-B19E-C15C779EF095}" destId="{4D97FE34-F079-4895-9282-A4C831452804}" srcOrd="0" destOrd="0" presId="urn:microsoft.com/office/officeart/2008/layout/LinedList"/>
    <dgm:cxn modelId="{6F67062C-C49E-4A21-8FE9-2653748CDEC3}" type="presOf" srcId="{ADDDF872-8939-4024-AC42-88F0C4D44994}" destId="{894A02F2-0109-465B-A075-2C7D51D82139}" srcOrd="0" destOrd="0" presId="urn:microsoft.com/office/officeart/2008/layout/LinedList"/>
    <dgm:cxn modelId="{E4E86A32-9B33-4A92-AABD-5D90B8260195}" type="presOf" srcId="{14570C45-F07D-4098-BC94-072E252C4909}" destId="{39A69820-1DBE-49A7-A685-E51DEE3451A2}" srcOrd="0" destOrd="0" presId="urn:microsoft.com/office/officeart/2008/layout/LinedList"/>
    <dgm:cxn modelId="{5E4FCF87-1A58-4325-81E9-CADE6BDE8671}" srcId="{14570C45-F07D-4098-BC94-072E252C4909}" destId="{FE70A5C4-7DEE-4CA3-B19E-C15C779EF095}" srcOrd="2" destOrd="0" parTransId="{A44AB0BF-F541-48E5-A8FB-4216C1830268}" sibTransId="{499F0728-3434-4ECB-8ACB-04CF22D7B930}"/>
    <dgm:cxn modelId="{F096029F-230E-461E-8E00-2696A48F35D3}" srcId="{14570C45-F07D-4098-BC94-072E252C4909}" destId="{86AC1181-B71D-46B6-8881-FE631FDDAEC0}" srcOrd="4" destOrd="0" parTransId="{853F1304-4344-45B3-B3C5-077627260CDB}" sibTransId="{30E2C6A4-8C3C-4DD1-B8D0-559B899217BC}"/>
    <dgm:cxn modelId="{063CB3B4-C137-4408-81A1-EB3522A4F4C0}" type="presOf" srcId="{061FE356-7FCA-447B-842F-EACF0DE80B2B}" destId="{E048C804-5ADE-4F9F-BE08-2C20D1CCDEB8}" srcOrd="0" destOrd="0" presId="urn:microsoft.com/office/officeart/2008/layout/LinedList"/>
    <dgm:cxn modelId="{8BAC70C3-EFAC-4226-BC49-2F7F2692635C}" srcId="{14570C45-F07D-4098-BC94-072E252C4909}" destId="{ADDDF872-8939-4024-AC42-88F0C4D44994}" srcOrd="3" destOrd="0" parTransId="{C3D9BDDC-E9C4-47F3-ACA7-E5F74AD7B8BB}" sibTransId="{8C955A28-BC33-4AB9-BC4D-6A1345E76E65}"/>
    <dgm:cxn modelId="{7E39EBED-577F-4AA3-8F84-BF51CA35CADF}" type="presOf" srcId="{9733CF37-FCB5-4A6F-8F40-17CB33E12F85}" destId="{1CE339D7-A11F-4DA8-8C4B-9AEF269F7EA9}" srcOrd="0" destOrd="0" presId="urn:microsoft.com/office/officeart/2008/layout/LinedList"/>
    <dgm:cxn modelId="{A3CDADF9-054B-446F-A176-C0EF4DD681F3}" srcId="{14570C45-F07D-4098-BC94-072E252C4909}" destId="{061FE356-7FCA-447B-842F-EACF0DE80B2B}" srcOrd="1" destOrd="0" parTransId="{2FC9A2A9-F4F2-4945-9FFF-7001116C1528}" sibTransId="{04595026-3879-408E-8993-133F749D332C}"/>
    <dgm:cxn modelId="{F8539E49-D4B7-4796-A3BA-0A788B910BC3}" type="presParOf" srcId="{39A69820-1DBE-49A7-A685-E51DEE3451A2}" destId="{C9562EDD-020D-4EFC-B52F-2D0E3BC23956}" srcOrd="0" destOrd="0" presId="urn:microsoft.com/office/officeart/2008/layout/LinedList"/>
    <dgm:cxn modelId="{6B0F8149-84AA-472F-91D8-D990B2763851}" type="presParOf" srcId="{39A69820-1DBE-49A7-A685-E51DEE3451A2}" destId="{BC749157-0FD6-4CFE-9565-A4D78133F89F}" srcOrd="1" destOrd="0" presId="urn:microsoft.com/office/officeart/2008/layout/LinedList"/>
    <dgm:cxn modelId="{9F1DAAC5-867F-41F2-A8D1-1EED02BE4723}" type="presParOf" srcId="{BC749157-0FD6-4CFE-9565-A4D78133F89F}" destId="{1CE339D7-A11F-4DA8-8C4B-9AEF269F7EA9}" srcOrd="0" destOrd="0" presId="urn:microsoft.com/office/officeart/2008/layout/LinedList"/>
    <dgm:cxn modelId="{AF665C8D-A7F7-439C-B25A-F4087A2B3D41}" type="presParOf" srcId="{BC749157-0FD6-4CFE-9565-A4D78133F89F}" destId="{0234D43D-976B-4157-8613-F61B9BFA01C5}" srcOrd="1" destOrd="0" presId="urn:microsoft.com/office/officeart/2008/layout/LinedList"/>
    <dgm:cxn modelId="{8D5815CF-065D-4BDB-BEF5-6842178ABDE0}" type="presParOf" srcId="{39A69820-1DBE-49A7-A685-E51DEE3451A2}" destId="{576618AD-EF59-4EEA-99E3-13AE4B60D5AE}" srcOrd="2" destOrd="0" presId="urn:microsoft.com/office/officeart/2008/layout/LinedList"/>
    <dgm:cxn modelId="{3DC39D20-7AF8-48FE-A9A3-8E4C16965365}" type="presParOf" srcId="{39A69820-1DBE-49A7-A685-E51DEE3451A2}" destId="{F80B82E0-51FD-45B3-AAAE-12DADDF18139}" srcOrd="3" destOrd="0" presId="urn:microsoft.com/office/officeart/2008/layout/LinedList"/>
    <dgm:cxn modelId="{BBC76341-B53C-4184-B49A-78C1A3B552E5}" type="presParOf" srcId="{F80B82E0-51FD-45B3-AAAE-12DADDF18139}" destId="{E048C804-5ADE-4F9F-BE08-2C20D1CCDEB8}" srcOrd="0" destOrd="0" presId="urn:microsoft.com/office/officeart/2008/layout/LinedList"/>
    <dgm:cxn modelId="{EAD9148A-2B33-4385-BAAE-6F77A47EA691}" type="presParOf" srcId="{F80B82E0-51FD-45B3-AAAE-12DADDF18139}" destId="{0696A800-268D-4893-9B88-ACC54418E8E8}" srcOrd="1" destOrd="0" presId="urn:microsoft.com/office/officeart/2008/layout/LinedList"/>
    <dgm:cxn modelId="{F1FF1E1A-494A-4C18-8DE5-5757518832F3}" type="presParOf" srcId="{39A69820-1DBE-49A7-A685-E51DEE3451A2}" destId="{5072FE7D-6077-4B10-B6DA-FB088C902EA2}" srcOrd="4" destOrd="0" presId="urn:microsoft.com/office/officeart/2008/layout/LinedList"/>
    <dgm:cxn modelId="{9DA75333-1D71-4AC2-8C39-9E5361F9270A}" type="presParOf" srcId="{39A69820-1DBE-49A7-A685-E51DEE3451A2}" destId="{FFA4D096-0AFF-4C9B-ACA6-663F6497A08A}" srcOrd="5" destOrd="0" presId="urn:microsoft.com/office/officeart/2008/layout/LinedList"/>
    <dgm:cxn modelId="{269D29C8-18C8-4D96-97E2-1CBD1905CA81}" type="presParOf" srcId="{FFA4D096-0AFF-4C9B-ACA6-663F6497A08A}" destId="{4D97FE34-F079-4895-9282-A4C831452804}" srcOrd="0" destOrd="0" presId="urn:microsoft.com/office/officeart/2008/layout/LinedList"/>
    <dgm:cxn modelId="{B7064EE7-A1A3-43B6-B5A5-6EC487E260D9}" type="presParOf" srcId="{FFA4D096-0AFF-4C9B-ACA6-663F6497A08A}" destId="{978FFBA3-0E16-4F0D-B233-B703342B40DC}" srcOrd="1" destOrd="0" presId="urn:microsoft.com/office/officeart/2008/layout/LinedList"/>
    <dgm:cxn modelId="{E2FF3CC7-D14A-46BC-A4E6-CE5C47BDA33A}" type="presParOf" srcId="{39A69820-1DBE-49A7-A685-E51DEE3451A2}" destId="{9B4FB30E-7289-4605-83DF-C56AA70112F5}" srcOrd="6" destOrd="0" presId="urn:microsoft.com/office/officeart/2008/layout/LinedList"/>
    <dgm:cxn modelId="{2023B3FE-E00D-4047-B496-FAA2B9165E21}" type="presParOf" srcId="{39A69820-1DBE-49A7-A685-E51DEE3451A2}" destId="{EE46416F-C75D-42C8-96CD-911BC1E28FE8}" srcOrd="7" destOrd="0" presId="urn:microsoft.com/office/officeart/2008/layout/LinedList"/>
    <dgm:cxn modelId="{87FC203E-769C-46BE-921A-D9E961487848}" type="presParOf" srcId="{EE46416F-C75D-42C8-96CD-911BC1E28FE8}" destId="{894A02F2-0109-465B-A075-2C7D51D82139}" srcOrd="0" destOrd="0" presId="urn:microsoft.com/office/officeart/2008/layout/LinedList"/>
    <dgm:cxn modelId="{014CF303-6575-4A9B-ABDA-AC980C5E7473}" type="presParOf" srcId="{EE46416F-C75D-42C8-96CD-911BC1E28FE8}" destId="{3FD5B875-CC9A-4C58-8010-80A0BDD7493B}" srcOrd="1" destOrd="0" presId="urn:microsoft.com/office/officeart/2008/layout/LinedList"/>
    <dgm:cxn modelId="{C0EDEA20-2987-4797-AC58-8A3431A71703}" type="presParOf" srcId="{39A69820-1DBE-49A7-A685-E51DEE3451A2}" destId="{9A3841F2-CFB3-4A8B-8B03-8AFEC74B468F}" srcOrd="8" destOrd="0" presId="urn:microsoft.com/office/officeart/2008/layout/LinedList"/>
    <dgm:cxn modelId="{75447D77-93A7-462E-AE14-B7199A3B446A}" type="presParOf" srcId="{39A69820-1DBE-49A7-A685-E51DEE3451A2}" destId="{13287297-E3B4-4B7B-88DD-DB90E73FEEC6}" srcOrd="9" destOrd="0" presId="urn:microsoft.com/office/officeart/2008/layout/LinedList"/>
    <dgm:cxn modelId="{C7CD7FED-C717-4500-B678-10CD90666B4C}" type="presParOf" srcId="{13287297-E3B4-4B7B-88DD-DB90E73FEEC6}" destId="{AC790410-D337-4631-B6BF-041202C0F326}" srcOrd="0" destOrd="0" presId="urn:microsoft.com/office/officeart/2008/layout/LinedList"/>
    <dgm:cxn modelId="{CEA4FA26-1884-4A54-B60C-C2B15969587F}" type="presParOf" srcId="{13287297-E3B4-4B7B-88DD-DB90E73FEEC6}" destId="{9BF7CB7C-93B6-4149-AABD-51EBC26BD8E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480367-1660-453E-8F65-59D6CF4227F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5F2D67F-4F91-420C-B4D7-4F78DB6F38F0}">
      <dgm:prSet/>
      <dgm:spPr/>
      <dgm:t>
        <a:bodyPr/>
        <a:lstStyle/>
        <a:p>
          <a:r>
            <a:rPr lang="es-ES"/>
            <a:t>Se consideraron casos críticos como: </a:t>
          </a:r>
          <a:endParaRPr lang="en-US"/>
        </a:p>
      </dgm:t>
    </dgm:pt>
    <dgm:pt modelId="{737C4CA4-A196-4238-BAD3-CCBE3E3DB173}" type="parTrans" cxnId="{25AD67C1-8D0C-49E3-A0B8-D88F05467FB1}">
      <dgm:prSet/>
      <dgm:spPr/>
      <dgm:t>
        <a:bodyPr/>
        <a:lstStyle/>
        <a:p>
          <a:endParaRPr lang="en-US"/>
        </a:p>
      </dgm:t>
    </dgm:pt>
    <dgm:pt modelId="{9E08D4DD-F530-4F7C-B50A-8D4C71F6B21F}" type="sibTrans" cxnId="{25AD67C1-8D0C-49E3-A0B8-D88F05467FB1}">
      <dgm:prSet/>
      <dgm:spPr/>
      <dgm:t>
        <a:bodyPr/>
        <a:lstStyle/>
        <a:p>
          <a:endParaRPr lang="en-US"/>
        </a:p>
      </dgm:t>
    </dgm:pt>
    <dgm:pt modelId="{629C65C3-C3E5-4AF1-BC16-CF38DB181F42}">
      <dgm:prSet/>
      <dgm:spPr/>
      <dgm:t>
        <a:bodyPr/>
        <a:lstStyle/>
        <a:p>
          <a:r>
            <a:rPr lang="es-ES"/>
            <a:t>• inserción de elementos nulos, </a:t>
          </a:r>
          <a:endParaRPr lang="en-US"/>
        </a:p>
      </dgm:t>
    </dgm:pt>
    <dgm:pt modelId="{DB478E54-3DA7-4A37-97E7-88AB7B86F501}" type="parTrans" cxnId="{C79AB8A3-BC50-46F9-9F77-A981ADD014BD}">
      <dgm:prSet/>
      <dgm:spPr/>
      <dgm:t>
        <a:bodyPr/>
        <a:lstStyle/>
        <a:p>
          <a:endParaRPr lang="en-US"/>
        </a:p>
      </dgm:t>
    </dgm:pt>
    <dgm:pt modelId="{9D0867FF-2337-448C-B06B-6C1C268C1DC9}" type="sibTrans" cxnId="{C79AB8A3-BC50-46F9-9F77-A981ADD014BD}">
      <dgm:prSet/>
      <dgm:spPr/>
      <dgm:t>
        <a:bodyPr/>
        <a:lstStyle/>
        <a:p>
          <a:endParaRPr lang="en-US"/>
        </a:p>
      </dgm:t>
    </dgm:pt>
    <dgm:pt modelId="{0E1A1CFB-E572-4E71-B9A0-798C2FDD8D18}">
      <dgm:prSet/>
      <dgm:spPr/>
      <dgm:t>
        <a:bodyPr/>
        <a:lstStyle/>
        <a:p>
          <a:r>
            <a:rPr lang="es-ES"/>
            <a:t>• eliminación en estructuras vacías, </a:t>
          </a:r>
          <a:endParaRPr lang="en-US"/>
        </a:p>
      </dgm:t>
    </dgm:pt>
    <dgm:pt modelId="{96E8D591-6671-4F34-9130-B9153D898266}" type="parTrans" cxnId="{46DC8041-2574-4D63-9637-4658FAA0D637}">
      <dgm:prSet/>
      <dgm:spPr/>
      <dgm:t>
        <a:bodyPr/>
        <a:lstStyle/>
        <a:p>
          <a:endParaRPr lang="en-US"/>
        </a:p>
      </dgm:t>
    </dgm:pt>
    <dgm:pt modelId="{D7EC04A5-8DC4-4717-A984-659B57352242}" type="sibTrans" cxnId="{46DC8041-2574-4D63-9637-4658FAA0D637}">
      <dgm:prSet/>
      <dgm:spPr/>
      <dgm:t>
        <a:bodyPr/>
        <a:lstStyle/>
        <a:p>
          <a:endParaRPr lang="en-US"/>
        </a:p>
      </dgm:t>
    </dgm:pt>
    <dgm:pt modelId="{F5CEA951-FB8F-4A13-ABC2-CCBF5D241417}">
      <dgm:prSet/>
      <dgm:spPr/>
      <dgm:t>
        <a:bodyPr/>
        <a:lstStyle/>
        <a:p>
          <a:r>
            <a:rPr lang="es-ES"/>
            <a:t>• validación de unicidad de identificadores. </a:t>
          </a:r>
          <a:endParaRPr lang="en-US"/>
        </a:p>
      </dgm:t>
    </dgm:pt>
    <dgm:pt modelId="{482669B5-E0B3-452F-8595-3DED7C041185}" type="parTrans" cxnId="{368F523A-B413-4419-9D46-912B4EA93152}">
      <dgm:prSet/>
      <dgm:spPr/>
      <dgm:t>
        <a:bodyPr/>
        <a:lstStyle/>
        <a:p>
          <a:endParaRPr lang="en-US"/>
        </a:p>
      </dgm:t>
    </dgm:pt>
    <dgm:pt modelId="{0DFE66FA-2D31-4BB0-A049-6F8FBAA86AF6}" type="sibTrans" cxnId="{368F523A-B413-4419-9D46-912B4EA93152}">
      <dgm:prSet/>
      <dgm:spPr/>
      <dgm:t>
        <a:bodyPr/>
        <a:lstStyle/>
        <a:p>
          <a:endParaRPr lang="en-US"/>
        </a:p>
      </dgm:t>
    </dgm:pt>
    <dgm:pt modelId="{54CF2FC1-A199-40C3-B1D8-05779AE27F7F}" type="pres">
      <dgm:prSet presAssocID="{63480367-1660-453E-8F65-59D6CF4227FD}" presName="vert0" presStyleCnt="0">
        <dgm:presLayoutVars>
          <dgm:dir/>
          <dgm:animOne val="branch"/>
          <dgm:animLvl val="lvl"/>
        </dgm:presLayoutVars>
      </dgm:prSet>
      <dgm:spPr/>
    </dgm:pt>
    <dgm:pt modelId="{6695A855-220A-47C6-B2FD-8CA1905CA084}" type="pres">
      <dgm:prSet presAssocID="{35F2D67F-4F91-420C-B4D7-4F78DB6F38F0}" presName="thickLine" presStyleLbl="alignNode1" presStyleIdx="0" presStyleCnt="4"/>
      <dgm:spPr/>
    </dgm:pt>
    <dgm:pt modelId="{96451EE5-F32E-4009-A6E2-6C8AF5F2D792}" type="pres">
      <dgm:prSet presAssocID="{35F2D67F-4F91-420C-B4D7-4F78DB6F38F0}" presName="horz1" presStyleCnt="0"/>
      <dgm:spPr/>
    </dgm:pt>
    <dgm:pt modelId="{DE63CDE1-C23D-4309-8A95-C05719C5E5B2}" type="pres">
      <dgm:prSet presAssocID="{35F2D67F-4F91-420C-B4D7-4F78DB6F38F0}" presName="tx1" presStyleLbl="revTx" presStyleIdx="0" presStyleCnt="4"/>
      <dgm:spPr/>
    </dgm:pt>
    <dgm:pt modelId="{EFD73FE4-6A34-4608-A172-9C9091B90DF7}" type="pres">
      <dgm:prSet presAssocID="{35F2D67F-4F91-420C-B4D7-4F78DB6F38F0}" presName="vert1" presStyleCnt="0"/>
      <dgm:spPr/>
    </dgm:pt>
    <dgm:pt modelId="{4F269D03-4180-4822-A614-0BEC472ED4D7}" type="pres">
      <dgm:prSet presAssocID="{629C65C3-C3E5-4AF1-BC16-CF38DB181F42}" presName="thickLine" presStyleLbl="alignNode1" presStyleIdx="1" presStyleCnt="4"/>
      <dgm:spPr/>
    </dgm:pt>
    <dgm:pt modelId="{146F7341-CCD5-4D91-989F-0FC4E3CFC1C0}" type="pres">
      <dgm:prSet presAssocID="{629C65C3-C3E5-4AF1-BC16-CF38DB181F42}" presName="horz1" presStyleCnt="0"/>
      <dgm:spPr/>
    </dgm:pt>
    <dgm:pt modelId="{64BEABBE-1C49-447A-A6D4-390254D9459A}" type="pres">
      <dgm:prSet presAssocID="{629C65C3-C3E5-4AF1-BC16-CF38DB181F42}" presName="tx1" presStyleLbl="revTx" presStyleIdx="1" presStyleCnt="4"/>
      <dgm:spPr/>
    </dgm:pt>
    <dgm:pt modelId="{DA1CC9D1-C892-425A-B93F-7FC9F9404B9F}" type="pres">
      <dgm:prSet presAssocID="{629C65C3-C3E5-4AF1-BC16-CF38DB181F42}" presName="vert1" presStyleCnt="0"/>
      <dgm:spPr/>
    </dgm:pt>
    <dgm:pt modelId="{49D1313E-900B-4CF5-B1EA-7382D069A69E}" type="pres">
      <dgm:prSet presAssocID="{0E1A1CFB-E572-4E71-B9A0-798C2FDD8D18}" presName="thickLine" presStyleLbl="alignNode1" presStyleIdx="2" presStyleCnt="4"/>
      <dgm:spPr/>
    </dgm:pt>
    <dgm:pt modelId="{B2459BB5-A2D2-4E89-85C5-A0FBDDF9FD3F}" type="pres">
      <dgm:prSet presAssocID="{0E1A1CFB-E572-4E71-B9A0-798C2FDD8D18}" presName="horz1" presStyleCnt="0"/>
      <dgm:spPr/>
    </dgm:pt>
    <dgm:pt modelId="{B192B169-F6A8-4E1E-AF27-DEBEE9F7D8E5}" type="pres">
      <dgm:prSet presAssocID="{0E1A1CFB-E572-4E71-B9A0-798C2FDD8D18}" presName="tx1" presStyleLbl="revTx" presStyleIdx="2" presStyleCnt="4"/>
      <dgm:spPr/>
    </dgm:pt>
    <dgm:pt modelId="{7EC556A9-022B-4F92-B72D-DD9498574CBA}" type="pres">
      <dgm:prSet presAssocID="{0E1A1CFB-E572-4E71-B9A0-798C2FDD8D18}" presName="vert1" presStyleCnt="0"/>
      <dgm:spPr/>
    </dgm:pt>
    <dgm:pt modelId="{6D34D8CF-1C04-401F-882E-3FC622B242DE}" type="pres">
      <dgm:prSet presAssocID="{F5CEA951-FB8F-4A13-ABC2-CCBF5D241417}" presName="thickLine" presStyleLbl="alignNode1" presStyleIdx="3" presStyleCnt="4"/>
      <dgm:spPr/>
    </dgm:pt>
    <dgm:pt modelId="{20E5F449-B446-4FBF-A016-19764181AF0F}" type="pres">
      <dgm:prSet presAssocID="{F5CEA951-FB8F-4A13-ABC2-CCBF5D241417}" presName="horz1" presStyleCnt="0"/>
      <dgm:spPr/>
    </dgm:pt>
    <dgm:pt modelId="{2C8DEE36-5B67-488C-A74E-DD9FA34A14CE}" type="pres">
      <dgm:prSet presAssocID="{F5CEA951-FB8F-4A13-ABC2-CCBF5D241417}" presName="tx1" presStyleLbl="revTx" presStyleIdx="3" presStyleCnt="4"/>
      <dgm:spPr/>
    </dgm:pt>
    <dgm:pt modelId="{DE74029F-9D75-46B2-9A4A-49BF36F57C29}" type="pres">
      <dgm:prSet presAssocID="{F5CEA951-FB8F-4A13-ABC2-CCBF5D241417}" presName="vert1" presStyleCnt="0"/>
      <dgm:spPr/>
    </dgm:pt>
  </dgm:ptLst>
  <dgm:cxnLst>
    <dgm:cxn modelId="{F7159F02-E2DC-4AD0-9280-43B5C14F238D}" type="presOf" srcId="{63480367-1660-453E-8F65-59D6CF4227FD}" destId="{54CF2FC1-A199-40C3-B1D8-05779AE27F7F}" srcOrd="0" destOrd="0" presId="urn:microsoft.com/office/officeart/2008/layout/LinedList"/>
    <dgm:cxn modelId="{99071538-5AA0-478B-80E7-8BDCA13B9DEE}" type="presOf" srcId="{F5CEA951-FB8F-4A13-ABC2-CCBF5D241417}" destId="{2C8DEE36-5B67-488C-A74E-DD9FA34A14CE}" srcOrd="0" destOrd="0" presId="urn:microsoft.com/office/officeart/2008/layout/LinedList"/>
    <dgm:cxn modelId="{368F523A-B413-4419-9D46-912B4EA93152}" srcId="{63480367-1660-453E-8F65-59D6CF4227FD}" destId="{F5CEA951-FB8F-4A13-ABC2-CCBF5D241417}" srcOrd="3" destOrd="0" parTransId="{482669B5-E0B3-452F-8595-3DED7C041185}" sibTransId="{0DFE66FA-2D31-4BB0-A049-6F8FBAA86AF6}"/>
    <dgm:cxn modelId="{46DC8041-2574-4D63-9637-4658FAA0D637}" srcId="{63480367-1660-453E-8F65-59D6CF4227FD}" destId="{0E1A1CFB-E572-4E71-B9A0-798C2FDD8D18}" srcOrd="2" destOrd="0" parTransId="{96E8D591-6671-4F34-9130-B9153D898266}" sibTransId="{D7EC04A5-8DC4-4717-A984-659B57352242}"/>
    <dgm:cxn modelId="{B5C87657-4BF2-49D1-B9B9-64FB0AA8D08C}" type="presOf" srcId="{629C65C3-C3E5-4AF1-BC16-CF38DB181F42}" destId="{64BEABBE-1C49-447A-A6D4-390254D9459A}" srcOrd="0" destOrd="0" presId="urn:microsoft.com/office/officeart/2008/layout/LinedList"/>
    <dgm:cxn modelId="{86DBD977-4A1C-4013-BF17-611769AD6225}" type="presOf" srcId="{35F2D67F-4F91-420C-B4D7-4F78DB6F38F0}" destId="{DE63CDE1-C23D-4309-8A95-C05719C5E5B2}" srcOrd="0" destOrd="0" presId="urn:microsoft.com/office/officeart/2008/layout/LinedList"/>
    <dgm:cxn modelId="{38A79087-CD78-4C8D-B028-D77DB31A4256}" type="presOf" srcId="{0E1A1CFB-E572-4E71-B9A0-798C2FDD8D18}" destId="{B192B169-F6A8-4E1E-AF27-DEBEE9F7D8E5}" srcOrd="0" destOrd="0" presId="urn:microsoft.com/office/officeart/2008/layout/LinedList"/>
    <dgm:cxn modelId="{C79AB8A3-BC50-46F9-9F77-A981ADD014BD}" srcId="{63480367-1660-453E-8F65-59D6CF4227FD}" destId="{629C65C3-C3E5-4AF1-BC16-CF38DB181F42}" srcOrd="1" destOrd="0" parTransId="{DB478E54-3DA7-4A37-97E7-88AB7B86F501}" sibTransId="{9D0867FF-2337-448C-B06B-6C1C268C1DC9}"/>
    <dgm:cxn modelId="{25AD67C1-8D0C-49E3-A0B8-D88F05467FB1}" srcId="{63480367-1660-453E-8F65-59D6CF4227FD}" destId="{35F2D67F-4F91-420C-B4D7-4F78DB6F38F0}" srcOrd="0" destOrd="0" parTransId="{737C4CA4-A196-4238-BAD3-CCBE3E3DB173}" sibTransId="{9E08D4DD-F530-4F7C-B50A-8D4C71F6B21F}"/>
    <dgm:cxn modelId="{CD74758E-A582-4183-A150-210CC9ECF2AF}" type="presParOf" srcId="{54CF2FC1-A199-40C3-B1D8-05779AE27F7F}" destId="{6695A855-220A-47C6-B2FD-8CA1905CA084}" srcOrd="0" destOrd="0" presId="urn:microsoft.com/office/officeart/2008/layout/LinedList"/>
    <dgm:cxn modelId="{8C82BEBB-7482-4C96-85DE-72BCC385F90C}" type="presParOf" srcId="{54CF2FC1-A199-40C3-B1D8-05779AE27F7F}" destId="{96451EE5-F32E-4009-A6E2-6C8AF5F2D792}" srcOrd="1" destOrd="0" presId="urn:microsoft.com/office/officeart/2008/layout/LinedList"/>
    <dgm:cxn modelId="{D646376F-FB86-47D2-B73D-54713F6CEAC2}" type="presParOf" srcId="{96451EE5-F32E-4009-A6E2-6C8AF5F2D792}" destId="{DE63CDE1-C23D-4309-8A95-C05719C5E5B2}" srcOrd="0" destOrd="0" presId="urn:microsoft.com/office/officeart/2008/layout/LinedList"/>
    <dgm:cxn modelId="{DDEB9244-5506-4928-8388-56AB05768D12}" type="presParOf" srcId="{96451EE5-F32E-4009-A6E2-6C8AF5F2D792}" destId="{EFD73FE4-6A34-4608-A172-9C9091B90DF7}" srcOrd="1" destOrd="0" presId="urn:microsoft.com/office/officeart/2008/layout/LinedList"/>
    <dgm:cxn modelId="{E4C3C428-66A6-45A3-9473-7D2B0580F8F8}" type="presParOf" srcId="{54CF2FC1-A199-40C3-B1D8-05779AE27F7F}" destId="{4F269D03-4180-4822-A614-0BEC472ED4D7}" srcOrd="2" destOrd="0" presId="urn:microsoft.com/office/officeart/2008/layout/LinedList"/>
    <dgm:cxn modelId="{B3B139CB-4D95-4EE9-8B8F-F57239B13FEC}" type="presParOf" srcId="{54CF2FC1-A199-40C3-B1D8-05779AE27F7F}" destId="{146F7341-CCD5-4D91-989F-0FC4E3CFC1C0}" srcOrd="3" destOrd="0" presId="urn:microsoft.com/office/officeart/2008/layout/LinedList"/>
    <dgm:cxn modelId="{7F293FB2-A6CF-4AE0-854B-762F7FD96043}" type="presParOf" srcId="{146F7341-CCD5-4D91-989F-0FC4E3CFC1C0}" destId="{64BEABBE-1C49-447A-A6D4-390254D9459A}" srcOrd="0" destOrd="0" presId="urn:microsoft.com/office/officeart/2008/layout/LinedList"/>
    <dgm:cxn modelId="{AB0D4F11-F823-4C90-96B3-E3E1ADF040ED}" type="presParOf" srcId="{146F7341-CCD5-4D91-989F-0FC4E3CFC1C0}" destId="{DA1CC9D1-C892-425A-B93F-7FC9F9404B9F}" srcOrd="1" destOrd="0" presId="urn:microsoft.com/office/officeart/2008/layout/LinedList"/>
    <dgm:cxn modelId="{0F6AF3C7-E37C-421C-8AEF-7D1ADB053376}" type="presParOf" srcId="{54CF2FC1-A199-40C3-B1D8-05779AE27F7F}" destId="{49D1313E-900B-4CF5-B1EA-7382D069A69E}" srcOrd="4" destOrd="0" presId="urn:microsoft.com/office/officeart/2008/layout/LinedList"/>
    <dgm:cxn modelId="{A1ECA8AA-617D-45ED-96C1-D024CCC94B22}" type="presParOf" srcId="{54CF2FC1-A199-40C3-B1D8-05779AE27F7F}" destId="{B2459BB5-A2D2-4E89-85C5-A0FBDDF9FD3F}" srcOrd="5" destOrd="0" presId="urn:microsoft.com/office/officeart/2008/layout/LinedList"/>
    <dgm:cxn modelId="{0EE2D8BE-204E-420E-90C9-0BF1677C8DE2}" type="presParOf" srcId="{B2459BB5-A2D2-4E89-85C5-A0FBDDF9FD3F}" destId="{B192B169-F6A8-4E1E-AF27-DEBEE9F7D8E5}" srcOrd="0" destOrd="0" presId="urn:microsoft.com/office/officeart/2008/layout/LinedList"/>
    <dgm:cxn modelId="{D77D20FF-1808-40C6-BA38-5D971096032C}" type="presParOf" srcId="{B2459BB5-A2D2-4E89-85C5-A0FBDDF9FD3F}" destId="{7EC556A9-022B-4F92-B72D-DD9498574CBA}" srcOrd="1" destOrd="0" presId="urn:microsoft.com/office/officeart/2008/layout/LinedList"/>
    <dgm:cxn modelId="{1871F1A6-0DB6-4188-BFED-15F1A4285783}" type="presParOf" srcId="{54CF2FC1-A199-40C3-B1D8-05779AE27F7F}" destId="{6D34D8CF-1C04-401F-882E-3FC622B242DE}" srcOrd="6" destOrd="0" presId="urn:microsoft.com/office/officeart/2008/layout/LinedList"/>
    <dgm:cxn modelId="{B038B081-F411-40DB-8565-A7861B6D0439}" type="presParOf" srcId="{54CF2FC1-A199-40C3-B1D8-05779AE27F7F}" destId="{20E5F449-B446-4FBF-A016-19764181AF0F}" srcOrd="7" destOrd="0" presId="urn:microsoft.com/office/officeart/2008/layout/LinedList"/>
    <dgm:cxn modelId="{2C57D120-5DDD-4F04-AAD8-58FC75FBD6C2}" type="presParOf" srcId="{20E5F449-B446-4FBF-A016-19764181AF0F}" destId="{2C8DEE36-5B67-488C-A74E-DD9FA34A14CE}" srcOrd="0" destOrd="0" presId="urn:microsoft.com/office/officeart/2008/layout/LinedList"/>
    <dgm:cxn modelId="{417BE96E-716B-4DEC-A25A-020A7D12DD6E}" type="presParOf" srcId="{20E5F449-B446-4FBF-A016-19764181AF0F}" destId="{DE74029F-9D75-46B2-9A4A-49BF36F57C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F277A-E2D6-4945-9A63-27ADC1E9CCB4}">
      <dsp:nvSpPr>
        <dsp:cNvPr id="0" name=""/>
        <dsp:cNvSpPr/>
      </dsp:nvSpPr>
      <dsp:spPr>
        <a:xfrm>
          <a:off x="0" y="4011631"/>
          <a:ext cx="6096000" cy="13167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500" b="0" kern="1200" dirty="0"/>
            <a:t>Un experimento = modelo + </a:t>
          </a:r>
          <a:r>
            <a:rPr lang="es-ES" sz="2500" b="0" kern="1200" dirty="0" err="1"/>
            <a:t>dataset</a:t>
          </a:r>
          <a:endParaRPr lang="en-US" sz="2500" b="0" kern="1200" dirty="0"/>
        </a:p>
      </dsp:txBody>
      <dsp:txXfrm>
        <a:off x="0" y="4011631"/>
        <a:ext cx="6096000" cy="1316706"/>
      </dsp:txXfrm>
    </dsp:sp>
    <dsp:sp modelId="{5BE92E46-F1A8-44FD-8158-DB61574DB285}">
      <dsp:nvSpPr>
        <dsp:cNvPr id="0" name=""/>
        <dsp:cNvSpPr/>
      </dsp:nvSpPr>
      <dsp:spPr>
        <a:xfrm rot="10800000">
          <a:off x="0" y="2006286"/>
          <a:ext cx="6096000" cy="2025095"/>
        </a:xfrm>
        <a:prstGeom prst="upArrowCallout">
          <a:avLst/>
        </a:prstGeom>
        <a:solidFill>
          <a:schemeClr val="accent5">
            <a:hueOff val="-3877337"/>
            <a:satOff val="-35353"/>
            <a:lumOff val="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500" b="0" kern="1200" dirty="0"/>
            <a:t>Permite: </a:t>
          </a:r>
          <a:endParaRPr lang="en-US" sz="2500" b="0" kern="1200" dirty="0"/>
        </a:p>
      </dsp:txBody>
      <dsp:txXfrm rot="-10800000">
        <a:off x="0" y="2006286"/>
        <a:ext cx="6096000" cy="710808"/>
      </dsp:txXfrm>
    </dsp:sp>
    <dsp:sp modelId="{23885371-5475-4985-842B-28FFBEFB5EC8}">
      <dsp:nvSpPr>
        <dsp:cNvPr id="0" name=""/>
        <dsp:cNvSpPr/>
      </dsp:nvSpPr>
      <dsp:spPr>
        <a:xfrm>
          <a:off x="0" y="2717094"/>
          <a:ext cx="1523999" cy="60550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Cargar modelos y datasets </a:t>
          </a:r>
          <a:endParaRPr lang="en-US" sz="1300" kern="1200"/>
        </a:p>
      </dsp:txBody>
      <dsp:txXfrm>
        <a:off x="0" y="2717094"/>
        <a:ext cx="1523999" cy="605503"/>
      </dsp:txXfrm>
    </dsp:sp>
    <dsp:sp modelId="{19CA14AA-1B58-42F9-9A61-28B57163EFED}">
      <dsp:nvSpPr>
        <dsp:cNvPr id="0" name=""/>
        <dsp:cNvSpPr/>
      </dsp:nvSpPr>
      <dsp:spPr>
        <a:xfrm>
          <a:off x="1524000" y="2717094"/>
          <a:ext cx="1523999" cy="605503"/>
        </a:xfrm>
        <a:prstGeom prst="rect">
          <a:avLst/>
        </a:prstGeom>
        <a:solidFill>
          <a:schemeClr val="accent5">
            <a:tint val="40000"/>
            <a:alpha val="90000"/>
            <a:hueOff val="-2733838"/>
            <a:satOff val="-20463"/>
            <a:lumOff val="-10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Crear experimentos </a:t>
          </a:r>
          <a:endParaRPr lang="en-US" sz="1300" kern="1200"/>
        </a:p>
      </dsp:txBody>
      <dsp:txXfrm>
        <a:off x="1524000" y="2717094"/>
        <a:ext cx="1523999" cy="605503"/>
      </dsp:txXfrm>
    </dsp:sp>
    <dsp:sp modelId="{48C60C1F-6FF6-4BD1-A692-5F1195E21A50}">
      <dsp:nvSpPr>
        <dsp:cNvPr id="0" name=""/>
        <dsp:cNvSpPr/>
      </dsp:nvSpPr>
      <dsp:spPr>
        <a:xfrm>
          <a:off x="3048000" y="2717094"/>
          <a:ext cx="1523999" cy="605503"/>
        </a:xfrm>
        <a:prstGeom prst="rect">
          <a:avLst/>
        </a:prstGeom>
        <a:solidFill>
          <a:schemeClr val="accent5">
            <a:tint val="40000"/>
            <a:alpha val="90000"/>
            <a:hueOff val="-5467677"/>
            <a:satOff val="-40925"/>
            <a:lumOff val="-21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Ejecutarlos </a:t>
          </a:r>
          <a:endParaRPr lang="en-US" sz="1300" kern="1200"/>
        </a:p>
      </dsp:txBody>
      <dsp:txXfrm>
        <a:off x="3048000" y="2717094"/>
        <a:ext cx="1523999" cy="605503"/>
      </dsp:txXfrm>
    </dsp:sp>
    <dsp:sp modelId="{1391C8C8-389F-4A65-8B22-F5ABFC45FC9E}">
      <dsp:nvSpPr>
        <dsp:cNvPr id="0" name=""/>
        <dsp:cNvSpPr/>
      </dsp:nvSpPr>
      <dsp:spPr>
        <a:xfrm>
          <a:off x="4572000" y="2717094"/>
          <a:ext cx="1523999" cy="605503"/>
        </a:xfrm>
        <a:prstGeom prst="rect">
          <a:avLst/>
        </a:prstGeom>
        <a:solidFill>
          <a:schemeClr val="accent5">
            <a:tint val="40000"/>
            <a:alpha val="90000"/>
            <a:hueOff val="-8201515"/>
            <a:satOff val="-61388"/>
            <a:lumOff val="-31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Analizar resultados </a:t>
          </a:r>
          <a:endParaRPr lang="en-US" sz="1300" kern="1200"/>
        </a:p>
      </dsp:txBody>
      <dsp:txXfrm>
        <a:off x="4572000" y="2717094"/>
        <a:ext cx="1523999" cy="605503"/>
      </dsp:txXfrm>
    </dsp:sp>
    <dsp:sp modelId="{C53739FF-AFC0-4C4E-9AB4-703599A3B484}">
      <dsp:nvSpPr>
        <dsp:cNvPr id="0" name=""/>
        <dsp:cNvSpPr/>
      </dsp:nvSpPr>
      <dsp:spPr>
        <a:xfrm rot="10800000">
          <a:off x="0" y="941"/>
          <a:ext cx="6096000" cy="2025095"/>
        </a:xfrm>
        <a:prstGeom prst="upArrowCallout">
          <a:avLst/>
        </a:prstGeom>
        <a:solidFill>
          <a:schemeClr val="accent5">
            <a:hueOff val="-7754674"/>
            <a:satOff val="-70706"/>
            <a:lumOff val="10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500" b="0" kern="1200" dirty="0"/>
            <a:t>Sistema que simula experimentos de machine </a:t>
          </a:r>
          <a:r>
            <a:rPr lang="es-ES" sz="2500" b="0" kern="1200" dirty="0" err="1"/>
            <a:t>learning</a:t>
          </a:r>
          <a:r>
            <a:rPr lang="es-ES" sz="2500" b="0" kern="1200" dirty="0"/>
            <a:t> </a:t>
          </a:r>
          <a:endParaRPr lang="en-US" sz="2500" b="0" kern="1200" dirty="0"/>
        </a:p>
      </dsp:txBody>
      <dsp:txXfrm rot="10800000">
        <a:off x="0" y="941"/>
        <a:ext cx="6096000" cy="13158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6B6B2-3197-4B5A-AB66-07694BC57C06}">
      <dsp:nvSpPr>
        <dsp:cNvPr id="0" name=""/>
        <dsp:cNvSpPr/>
      </dsp:nvSpPr>
      <dsp:spPr>
        <a:xfrm>
          <a:off x="800497" y="64560"/>
          <a:ext cx="1200360" cy="12003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7B1BF-97CD-44FA-9865-A131FD2AED4B}">
      <dsp:nvSpPr>
        <dsp:cNvPr id="0" name=""/>
        <dsp:cNvSpPr/>
      </dsp:nvSpPr>
      <dsp:spPr>
        <a:xfrm>
          <a:off x="1052573" y="316636"/>
          <a:ext cx="696208" cy="696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39E48-2ECD-43BC-9E55-2E93722286B8}">
      <dsp:nvSpPr>
        <dsp:cNvPr id="0" name=""/>
        <dsp:cNvSpPr/>
      </dsp:nvSpPr>
      <dsp:spPr>
        <a:xfrm>
          <a:off x="2258077" y="64560"/>
          <a:ext cx="2829420" cy="1200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Centralizar gestión de modelos y datasets</a:t>
          </a:r>
          <a:br>
            <a:rPr lang="es-ES" sz="1500" kern="1200"/>
          </a:br>
          <a:r>
            <a:rPr lang="es-ES" sz="1500" kern="1200"/>
            <a:t>→ Evitar manejo disperso de información </a:t>
          </a:r>
          <a:endParaRPr lang="en-US" sz="1500" kern="1200"/>
        </a:p>
      </dsp:txBody>
      <dsp:txXfrm>
        <a:off x="2258077" y="64560"/>
        <a:ext cx="2829420" cy="1200360"/>
      </dsp:txXfrm>
    </dsp:sp>
    <dsp:sp modelId="{DFF9A404-3BE9-40FC-A884-1E20B2AF2507}">
      <dsp:nvSpPr>
        <dsp:cNvPr id="0" name=""/>
        <dsp:cNvSpPr/>
      </dsp:nvSpPr>
      <dsp:spPr>
        <a:xfrm>
          <a:off x="5580502" y="64560"/>
          <a:ext cx="1200360" cy="12003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E07AC-12FB-402C-9E71-C8B5BCD6397D}">
      <dsp:nvSpPr>
        <dsp:cNvPr id="0" name=""/>
        <dsp:cNvSpPr/>
      </dsp:nvSpPr>
      <dsp:spPr>
        <a:xfrm>
          <a:off x="5832578" y="316636"/>
          <a:ext cx="696208" cy="696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50003-61D9-4159-96C0-D45BD64A4E29}">
      <dsp:nvSpPr>
        <dsp:cNvPr id="0" name=""/>
        <dsp:cNvSpPr/>
      </dsp:nvSpPr>
      <dsp:spPr>
        <a:xfrm>
          <a:off x="7038082" y="64560"/>
          <a:ext cx="2829420" cy="1200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Simular ejecución de experimentos</a:t>
          </a:r>
          <a:br>
            <a:rPr lang="es-ES" sz="1500" kern="1200"/>
          </a:br>
          <a:r>
            <a:rPr lang="es-ES" sz="1500" kern="1200"/>
            <a:t>→ Representar el flujo típico de ML </a:t>
          </a:r>
          <a:endParaRPr lang="en-US" sz="1500" kern="1200"/>
        </a:p>
      </dsp:txBody>
      <dsp:txXfrm>
        <a:off x="7038082" y="64560"/>
        <a:ext cx="2829420" cy="1200360"/>
      </dsp:txXfrm>
    </dsp:sp>
    <dsp:sp modelId="{1A84FE57-3269-48DB-83D6-B8742DA97F1B}">
      <dsp:nvSpPr>
        <dsp:cNvPr id="0" name=""/>
        <dsp:cNvSpPr/>
      </dsp:nvSpPr>
      <dsp:spPr>
        <a:xfrm>
          <a:off x="800497" y="1783080"/>
          <a:ext cx="1200360" cy="12003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855B0-EC45-4A7E-B90D-2F68863353E9}">
      <dsp:nvSpPr>
        <dsp:cNvPr id="0" name=""/>
        <dsp:cNvSpPr/>
      </dsp:nvSpPr>
      <dsp:spPr>
        <a:xfrm>
          <a:off x="1052573" y="2035156"/>
          <a:ext cx="696208" cy="696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B9582-3248-45A8-86A3-145814F6277D}">
      <dsp:nvSpPr>
        <dsp:cNvPr id="0" name=""/>
        <dsp:cNvSpPr/>
      </dsp:nvSpPr>
      <dsp:spPr>
        <a:xfrm>
          <a:off x="2258077" y="1783080"/>
          <a:ext cx="2829420" cy="1200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Mantener historial consultable</a:t>
          </a:r>
          <a:br>
            <a:rPr lang="es-ES" sz="1500" kern="1200"/>
          </a:br>
          <a:r>
            <a:rPr lang="es-ES" sz="1500" kern="1200"/>
            <a:t>→ Permitir análisis posterior </a:t>
          </a:r>
          <a:endParaRPr lang="en-US" sz="1500" kern="1200"/>
        </a:p>
      </dsp:txBody>
      <dsp:txXfrm>
        <a:off x="2258077" y="1783080"/>
        <a:ext cx="2829420" cy="1200360"/>
      </dsp:txXfrm>
    </dsp:sp>
    <dsp:sp modelId="{B7FA060B-A116-4462-AB13-03153D6BB905}">
      <dsp:nvSpPr>
        <dsp:cNvPr id="0" name=""/>
        <dsp:cNvSpPr/>
      </dsp:nvSpPr>
      <dsp:spPr>
        <a:xfrm>
          <a:off x="5580502" y="1783080"/>
          <a:ext cx="1200360" cy="12003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68441-0A74-481E-B454-ACDA0EB524FD}">
      <dsp:nvSpPr>
        <dsp:cNvPr id="0" name=""/>
        <dsp:cNvSpPr/>
      </dsp:nvSpPr>
      <dsp:spPr>
        <a:xfrm>
          <a:off x="5832578" y="2035156"/>
          <a:ext cx="696208" cy="696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D93D7-7F5E-4155-95A4-A962161A0891}">
      <dsp:nvSpPr>
        <dsp:cNvPr id="0" name=""/>
        <dsp:cNvSpPr/>
      </dsp:nvSpPr>
      <dsp:spPr>
        <a:xfrm>
          <a:off x="7038082" y="1783080"/>
          <a:ext cx="2829420" cy="1200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Aplicar estructuras de datos implementadas manualmente</a:t>
          </a:r>
          <a:br>
            <a:rPr lang="es-ES" sz="1500" kern="1200"/>
          </a:br>
          <a:r>
            <a:rPr lang="es-ES" sz="1500" kern="1200"/>
            <a:t>→ Afianzar conocimientos de algoritmos </a:t>
          </a:r>
          <a:endParaRPr lang="en-US" sz="1500" kern="1200"/>
        </a:p>
      </dsp:txBody>
      <dsp:txXfrm>
        <a:off x="7038082" y="1783080"/>
        <a:ext cx="2829420" cy="12003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9ADB2-80D8-484A-872A-21AA34F19F4C}">
      <dsp:nvSpPr>
        <dsp:cNvPr id="0" name=""/>
        <dsp:cNvSpPr/>
      </dsp:nvSpPr>
      <dsp:spPr>
        <a:xfrm>
          <a:off x="119" y="1802032"/>
          <a:ext cx="1437679" cy="1725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0" rIns="142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1100" b="1" i="0" kern="1200" baseline="0"/>
            <a:t>Model</a:t>
          </a:r>
          <a:r>
            <a:rPr lang="es-UY" sz="1100" b="0" i="0" kern="1200" baseline="0"/>
            <a:t> → algoritmo de ML</a:t>
          </a:r>
          <a:br>
            <a:rPr lang="es-UY" sz="1100" b="0" i="0" kern="1200" baseline="0"/>
          </a:br>
          <a:r>
            <a:rPr lang="es-UY" sz="1100" b="0" i="0" kern="1200" baseline="0"/>
            <a:t>→ Define el tipo de problema y parámetros </a:t>
          </a:r>
          <a:endParaRPr lang="en-US" sz="1100" kern="1200"/>
        </a:p>
      </dsp:txBody>
      <dsp:txXfrm>
        <a:off x="119" y="2492118"/>
        <a:ext cx="1437679" cy="1035129"/>
      </dsp:txXfrm>
    </dsp:sp>
    <dsp:sp modelId="{C490D451-79B6-4CF8-A729-CA76944C3E9A}">
      <dsp:nvSpPr>
        <dsp:cNvPr id="0" name=""/>
        <dsp:cNvSpPr/>
      </dsp:nvSpPr>
      <dsp:spPr>
        <a:xfrm>
          <a:off x="119" y="1802032"/>
          <a:ext cx="1437679" cy="69008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165100" rIns="1420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01</a:t>
          </a:r>
        </a:p>
      </dsp:txBody>
      <dsp:txXfrm>
        <a:off x="119" y="1802032"/>
        <a:ext cx="1437679" cy="690086"/>
      </dsp:txXfrm>
    </dsp:sp>
    <dsp:sp modelId="{7AAFEEFC-17EE-4F46-A13F-2FF891C4B826}">
      <dsp:nvSpPr>
        <dsp:cNvPr id="0" name=""/>
        <dsp:cNvSpPr/>
      </dsp:nvSpPr>
      <dsp:spPr>
        <a:xfrm>
          <a:off x="1552813" y="1802032"/>
          <a:ext cx="1437679" cy="1725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0" rIns="142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1100" b="1" i="0" kern="1200" baseline="0"/>
            <a:t>Dataset</a:t>
          </a:r>
          <a:r>
            <a:rPr lang="es-UY" sz="1100" b="0" i="0" kern="1200" baseline="0"/>
            <a:t> → conjunto de datos</a:t>
          </a:r>
          <a:br>
            <a:rPr lang="es-UY" sz="1100" b="0" i="0" kern="1200" baseline="0"/>
          </a:br>
          <a:r>
            <a:rPr lang="es-UY" sz="1100" b="0" i="0" kern="1200" baseline="0"/>
            <a:t>→ Contiene información a procesar </a:t>
          </a:r>
          <a:endParaRPr lang="en-US" sz="1100" kern="1200"/>
        </a:p>
      </dsp:txBody>
      <dsp:txXfrm>
        <a:off x="1552813" y="2492118"/>
        <a:ext cx="1437679" cy="1035129"/>
      </dsp:txXfrm>
    </dsp:sp>
    <dsp:sp modelId="{DAFAD508-1F97-410F-B86B-D6CA6135D299}">
      <dsp:nvSpPr>
        <dsp:cNvPr id="0" name=""/>
        <dsp:cNvSpPr/>
      </dsp:nvSpPr>
      <dsp:spPr>
        <a:xfrm>
          <a:off x="1552813" y="1802032"/>
          <a:ext cx="1437679" cy="69008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165100" rIns="1420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02</a:t>
          </a:r>
        </a:p>
      </dsp:txBody>
      <dsp:txXfrm>
        <a:off x="1552813" y="1802032"/>
        <a:ext cx="1437679" cy="690086"/>
      </dsp:txXfrm>
    </dsp:sp>
    <dsp:sp modelId="{4F0C0E2B-FE8D-4B92-9E9B-6DD9F09E013F}">
      <dsp:nvSpPr>
        <dsp:cNvPr id="0" name=""/>
        <dsp:cNvSpPr/>
      </dsp:nvSpPr>
      <dsp:spPr>
        <a:xfrm>
          <a:off x="3105507" y="1802032"/>
          <a:ext cx="1437679" cy="1725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0" rIns="142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1100" b="1" i="0" kern="1200" baseline="0"/>
            <a:t>Experiment</a:t>
          </a:r>
          <a:r>
            <a:rPr lang="es-UY" sz="1100" b="0" i="0" kern="1200" baseline="0"/>
            <a:t> → ejecución modelo + dataset</a:t>
          </a:r>
          <a:br>
            <a:rPr lang="es-UY" sz="1100" b="0" i="0" kern="1200" baseline="0"/>
          </a:br>
          <a:r>
            <a:rPr lang="es-UY" sz="1100" b="0" i="0" kern="1200" baseline="0"/>
            <a:t>→ Genera resultados simulados </a:t>
          </a:r>
          <a:endParaRPr lang="en-US" sz="1100" kern="1200"/>
        </a:p>
      </dsp:txBody>
      <dsp:txXfrm>
        <a:off x="3105507" y="2492118"/>
        <a:ext cx="1437679" cy="1035129"/>
      </dsp:txXfrm>
    </dsp:sp>
    <dsp:sp modelId="{BDD0A5B9-6BFA-46A4-8F5C-CDDB3C78A17B}">
      <dsp:nvSpPr>
        <dsp:cNvPr id="0" name=""/>
        <dsp:cNvSpPr/>
      </dsp:nvSpPr>
      <dsp:spPr>
        <a:xfrm>
          <a:off x="3105507" y="1802032"/>
          <a:ext cx="1437679" cy="69008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165100" rIns="1420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03</a:t>
          </a:r>
        </a:p>
      </dsp:txBody>
      <dsp:txXfrm>
        <a:off x="3105507" y="1802032"/>
        <a:ext cx="1437679" cy="690086"/>
      </dsp:txXfrm>
    </dsp:sp>
    <dsp:sp modelId="{547C27FE-D987-42B2-9F2C-86F62B772FC4}">
      <dsp:nvSpPr>
        <dsp:cNvPr id="0" name=""/>
        <dsp:cNvSpPr/>
      </dsp:nvSpPr>
      <dsp:spPr>
        <a:xfrm>
          <a:off x="4658201" y="1802032"/>
          <a:ext cx="1437679" cy="1725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0" rIns="14201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1100" b="1" i="0" kern="1200" baseline="0"/>
            <a:t>ExperimentState</a:t>
          </a:r>
          <a:r>
            <a:rPr lang="es-UY" sz="1100" b="0" i="0" kern="1200" baseline="0"/>
            <a:t> → estados del experimento</a:t>
          </a:r>
          <a:br>
            <a:rPr lang="es-UY" sz="1100" b="0" i="0" kern="1200" baseline="0"/>
          </a:br>
          <a:r>
            <a:rPr lang="es-UY" sz="1100" b="0" i="0" kern="1200" baseline="0"/>
            <a:t>→ Controla el ciclo de vida del experimento </a:t>
          </a:r>
          <a:endParaRPr lang="en-US" sz="1100" kern="1200"/>
        </a:p>
      </dsp:txBody>
      <dsp:txXfrm>
        <a:off x="4658201" y="2492118"/>
        <a:ext cx="1437679" cy="1035129"/>
      </dsp:txXfrm>
    </dsp:sp>
    <dsp:sp modelId="{705E7ABC-DFFD-46C1-AAC5-6475E030FE71}">
      <dsp:nvSpPr>
        <dsp:cNvPr id="0" name=""/>
        <dsp:cNvSpPr/>
      </dsp:nvSpPr>
      <dsp:spPr>
        <a:xfrm>
          <a:off x="4658201" y="1802032"/>
          <a:ext cx="1437679" cy="69008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011" tIns="165100" rIns="1420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04</a:t>
          </a:r>
        </a:p>
      </dsp:txBody>
      <dsp:txXfrm>
        <a:off x="4658201" y="1802032"/>
        <a:ext cx="1437679" cy="6900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62EDD-020D-4EFC-B52F-2D0E3BC23956}">
      <dsp:nvSpPr>
        <dsp:cNvPr id="0" name=""/>
        <dsp:cNvSpPr/>
      </dsp:nvSpPr>
      <dsp:spPr>
        <a:xfrm>
          <a:off x="0" y="372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339D7-A11F-4DA8-8C4B-9AEF269F7EA9}">
      <dsp:nvSpPr>
        <dsp:cNvPr id="0" name=""/>
        <dsp:cNvSpPr/>
      </dsp:nvSpPr>
      <dsp:spPr>
        <a:xfrm>
          <a:off x="0" y="372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100" b="0" i="0" kern="1200" baseline="0"/>
            <a:t>setState(ExperimentState state) </a:t>
          </a:r>
          <a:endParaRPr lang="en-US" sz="2100" kern="1200"/>
        </a:p>
      </dsp:txBody>
      <dsp:txXfrm>
        <a:off x="0" y="372"/>
        <a:ext cx="10668000" cy="609451"/>
      </dsp:txXfrm>
    </dsp:sp>
    <dsp:sp modelId="{576618AD-EF59-4EEA-99E3-13AE4B60D5AE}">
      <dsp:nvSpPr>
        <dsp:cNvPr id="0" name=""/>
        <dsp:cNvSpPr/>
      </dsp:nvSpPr>
      <dsp:spPr>
        <a:xfrm>
          <a:off x="0" y="609823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8C804-5ADE-4F9F-BE08-2C20D1CCDEB8}">
      <dsp:nvSpPr>
        <dsp:cNvPr id="0" name=""/>
        <dsp:cNvSpPr/>
      </dsp:nvSpPr>
      <dsp:spPr>
        <a:xfrm>
          <a:off x="0" y="609823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100" b="0" i="0" kern="1200" baseline="0"/>
            <a:t>setResult(double accuracy, double precision) </a:t>
          </a:r>
          <a:endParaRPr lang="en-US" sz="2100" kern="1200"/>
        </a:p>
      </dsp:txBody>
      <dsp:txXfrm>
        <a:off x="0" y="609823"/>
        <a:ext cx="10668000" cy="609451"/>
      </dsp:txXfrm>
    </dsp:sp>
    <dsp:sp modelId="{5072FE7D-6077-4B10-B6DA-FB088C902EA2}">
      <dsp:nvSpPr>
        <dsp:cNvPr id="0" name=""/>
        <dsp:cNvSpPr/>
      </dsp:nvSpPr>
      <dsp:spPr>
        <a:xfrm>
          <a:off x="0" y="1219274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7FE34-F079-4895-9282-A4C831452804}">
      <dsp:nvSpPr>
        <dsp:cNvPr id="0" name=""/>
        <dsp:cNvSpPr/>
      </dsp:nvSpPr>
      <dsp:spPr>
        <a:xfrm>
          <a:off x="0" y="1219274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100" b="0" i="0" kern="1200" baseline="0"/>
            <a:t>LabFlowManager(DatasetService datasetService, ModelService modelService) </a:t>
          </a:r>
          <a:endParaRPr lang="en-US" sz="2100" kern="1200"/>
        </a:p>
      </dsp:txBody>
      <dsp:txXfrm>
        <a:off x="0" y="1219274"/>
        <a:ext cx="10668000" cy="609451"/>
      </dsp:txXfrm>
    </dsp:sp>
    <dsp:sp modelId="{9B4FB30E-7289-4605-83DF-C56AA70112F5}">
      <dsp:nvSpPr>
        <dsp:cNvPr id="0" name=""/>
        <dsp:cNvSpPr/>
      </dsp:nvSpPr>
      <dsp:spPr>
        <a:xfrm>
          <a:off x="0" y="1828726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A02F2-0109-465B-A075-2C7D51D82139}">
      <dsp:nvSpPr>
        <dsp:cNvPr id="0" name=""/>
        <dsp:cNvSpPr/>
      </dsp:nvSpPr>
      <dsp:spPr>
        <a:xfrm>
          <a:off x="0" y="1828726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100" b="0" i="0" kern="1200" baseline="0"/>
            <a:t>createExperiment(int id, int datasetId, int modelId) </a:t>
          </a:r>
          <a:endParaRPr lang="en-US" sz="2100" kern="1200"/>
        </a:p>
      </dsp:txBody>
      <dsp:txXfrm>
        <a:off x="0" y="1828726"/>
        <a:ext cx="10668000" cy="609451"/>
      </dsp:txXfrm>
    </dsp:sp>
    <dsp:sp modelId="{9A3841F2-CFB3-4A8B-8B03-8AFEC74B468F}">
      <dsp:nvSpPr>
        <dsp:cNvPr id="0" name=""/>
        <dsp:cNvSpPr/>
      </dsp:nvSpPr>
      <dsp:spPr>
        <a:xfrm>
          <a:off x="0" y="2438177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90410-D337-4631-B6BF-041202C0F326}">
      <dsp:nvSpPr>
        <dsp:cNvPr id="0" name=""/>
        <dsp:cNvSpPr/>
      </dsp:nvSpPr>
      <dsp:spPr>
        <a:xfrm>
          <a:off x="0" y="2438177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100" b="0" i="0" kern="1200" baseline="0"/>
            <a:t>searchExperiment(int id) </a:t>
          </a:r>
          <a:endParaRPr lang="en-US" sz="2100" kern="1200"/>
        </a:p>
      </dsp:txBody>
      <dsp:txXfrm>
        <a:off x="0" y="2438177"/>
        <a:ext cx="10668000" cy="6094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62EDD-020D-4EFC-B52F-2D0E3BC23956}">
      <dsp:nvSpPr>
        <dsp:cNvPr id="0" name=""/>
        <dsp:cNvSpPr/>
      </dsp:nvSpPr>
      <dsp:spPr>
        <a:xfrm>
          <a:off x="0" y="372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339D7-A11F-4DA8-8C4B-9AEF269F7EA9}">
      <dsp:nvSpPr>
        <dsp:cNvPr id="0" name=""/>
        <dsp:cNvSpPr/>
      </dsp:nvSpPr>
      <dsp:spPr>
        <a:xfrm>
          <a:off x="0" y="372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800" kern="1200" dirty="0" err="1"/>
            <a:t>listExecutedExperiments</a:t>
          </a:r>
          <a:r>
            <a:rPr lang="es-UY" sz="2800" kern="1200" dirty="0"/>
            <a:t>()</a:t>
          </a:r>
          <a:endParaRPr lang="en-US" sz="2800" kern="1200" dirty="0"/>
        </a:p>
      </dsp:txBody>
      <dsp:txXfrm>
        <a:off x="0" y="372"/>
        <a:ext cx="10668000" cy="609451"/>
      </dsp:txXfrm>
    </dsp:sp>
    <dsp:sp modelId="{576618AD-EF59-4EEA-99E3-13AE4B60D5AE}">
      <dsp:nvSpPr>
        <dsp:cNvPr id="0" name=""/>
        <dsp:cNvSpPr/>
      </dsp:nvSpPr>
      <dsp:spPr>
        <a:xfrm>
          <a:off x="0" y="609823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8C804-5ADE-4F9F-BE08-2C20D1CCDEB8}">
      <dsp:nvSpPr>
        <dsp:cNvPr id="0" name=""/>
        <dsp:cNvSpPr/>
      </dsp:nvSpPr>
      <dsp:spPr>
        <a:xfrm>
          <a:off x="0" y="609823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800" kern="1200" dirty="0" err="1"/>
            <a:t>listExperimentsByDataset</a:t>
          </a:r>
          <a:r>
            <a:rPr lang="es-UY" sz="2800" kern="1200" dirty="0"/>
            <a:t>(</a:t>
          </a:r>
          <a:r>
            <a:rPr lang="es-UY" sz="2800" kern="1200" dirty="0" err="1"/>
            <a:t>int</a:t>
          </a:r>
          <a:r>
            <a:rPr lang="es-UY" sz="2800" kern="1200" dirty="0"/>
            <a:t> </a:t>
          </a:r>
          <a:r>
            <a:rPr lang="es-UY" sz="2800" kern="1200" dirty="0" err="1"/>
            <a:t>datasetId</a:t>
          </a:r>
          <a:r>
            <a:rPr lang="es-UY" sz="2800" kern="1200" dirty="0"/>
            <a:t>)</a:t>
          </a:r>
          <a:endParaRPr lang="en-US" sz="2800" kern="1200" dirty="0"/>
        </a:p>
      </dsp:txBody>
      <dsp:txXfrm>
        <a:off x="0" y="609823"/>
        <a:ext cx="10668000" cy="609451"/>
      </dsp:txXfrm>
    </dsp:sp>
    <dsp:sp modelId="{5072FE7D-6077-4B10-B6DA-FB088C902EA2}">
      <dsp:nvSpPr>
        <dsp:cNvPr id="0" name=""/>
        <dsp:cNvSpPr/>
      </dsp:nvSpPr>
      <dsp:spPr>
        <a:xfrm>
          <a:off x="0" y="1219274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7FE34-F079-4895-9282-A4C831452804}">
      <dsp:nvSpPr>
        <dsp:cNvPr id="0" name=""/>
        <dsp:cNvSpPr/>
      </dsp:nvSpPr>
      <dsp:spPr>
        <a:xfrm>
          <a:off x="0" y="1219274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800" kern="1200" dirty="0" err="1"/>
            <a:t>listExperimentsByModel</a:t>
          </a:r>
          <a:r>
            <a:rPr lang="es-UY" sz="2800" kern="1200" dirty="0"/>
            <a:t>(</a:t>
          </a:r>
          <a:r>
            <a:rPr lang="es-UY" sz="2800" kern="1200" dirty="0" err="1"/>
            <a:t>int</a:t>
          </a:r>
          <a:r>
            <a:rPr lang="es-UY" sz="2800" kern="1200" dirty="0"/>
            <a:t> </a:t>
          </a:r>
          <a:r>
            <a:rPr lang="es-UY" sz="2800" kern="1200" dirty="0" err="1"/>
            <a:t>modelId</a:t>
          </a:r>
          <a:r>
            <a:rPr lang="es-UY" sz="2800" kern="1200" dirty="0"/>
            <a:t>)</a:t>
          </a:r>
          <a:endParaRPr lang="en-US" sz="2800" kern="1200" dirty="0"/>
        </a:p>
      </dsp:txBody>
      <dsp:txXfrm>
        <a:off x="0" y="1219274"/>
        <a:ext cx="10668000" cy="609451"/>
      </dsp:txXfrm>
    </dsp:sp>
    <dsp:sp modelId="{9B4FB30E-7289-4605-83DF-C56AA70112F5}">
      <dsp:nvSpPr>
        <dsp:cNvPr id="0" name=""/>
        <dsp:cNvSpPr/>
      </dsp:nvSpPr>
      <dsp:spPr>
        <a:xfrm>
          <a:off x="0" y="1828726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A02F2-0109-465B-A075-2C7D51D82139}">
      <dsp:nvSpPr>
        <dsp:cNvPr id="0" name=""/>
        <dsp:cNvSpPr/>
      </dsp:nvSpPr>
      <dsp:spPr>
        <a:xfrm>
          <a:off x="0" y="1828726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Y" sz="2800" kern="1200" dirty="0" err="1"/>
            <a:t>executeAllExperiments</a:t>
          </a:r>
          <a:r>
            <a:rPr lang="es-UY" sz="2800" kern="1200" dirty="0"/>
            <a:t>()</a:t>
          </a:r>
          <a:endParaRPr lang="en-US" sz="2800" kern="1200" dirty="0"/>
        </a:p>
      </dsp:txBody>
      <dsp:txXfrm>
        <a:off x="0" y="1828726"/>
        <a:ext cx="10668000" cy="609451"/>
      </dsp:txXfrm>
    </dsp:sp>
    <dsp:sp modelId="{9A3841F2-CFB3-4A8B-8B03-8AFEC74B468F}">
      <dsp:nvSpPr>
        <dsp:cNvPr id="0" name=""/>
        <dsp:cNvSpPr/>
      </dsp:nvSpPr>
      <dsp:spPr>
        <a:xfrm>
          <a:off x="0" y="2438177"/>
          <a:ext cx="1066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90410-D337-4631-B6BF-041202C0F326}">
      <dsp:nvSpPr>
        <dsp:cNvPr id="0" name=""/>
        <dsp:cNvSpPr/>
      </dsp:nvSpPr>
      <dsp:spPr>
        <a:xfrm>
          <a:off x="0" y="2438177"/>
          <a:ext cx="10668000" cy="609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0" y="2438177"/>
        <a:ext cx="10668000" cy="6094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5A855-220A-47C6-B2FD-8CA1905CA084}">
      <dsp:nvSpPr>
        <dsp:cNvPr id="0" name=""/>
        <dsp:cNvSpPr/>
      </dsp:nvSpPr>
      <dsp:spPr>
        <a:xfrm>
          <a:off x="0" y="0"/>
          <a:ext cx="6096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3CDE1-C23D-4309-8A95-C05719C5E5B2}">
      <dsp:nvSpPr>
        <dsp:cNvPr id="0" name=""/>
        <dsp:cNvSpPr/>
      </dsp:nvSpPr>
      <dsp:spPr>
        <a:xfrm>
          <a:off x="0" y="0"/>
          <a:ext cx="6096000" cy="1332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Se consideraron casos críticos como: </a:t>
          </a:r>
          <a:endParaRPr lang="en-US" sz="3700" kern="1200"/>
        </a:p>
      </dsp:txBody>
      <dsp:txXfrm>
        <a:off x="0" y="0"/>
        <a:ext cx="6096000" cy="1332320"/>
      </dsp:txXfrm>
    </dsp:sp>
    <dsp:sp modelId="{4F269D03-4180-4822-A614-0BEC472ED4D7}">
      <dsp:nvSpPr>
        <dsp:cNvPr id="0" name=""/>
        <dsp:cNvSpPr/>
      </dsp:nvSpPr>
      <dsp:spPr>
        <a:xfrm>
          <a:off x="0" y="1332320"/>
          <a:ext cx="6096000" cy="0"/>
        </a:xfrm>
        <a:prstGeom prst="line">
          <a:avLst/>
        </a:prstGeom>
        <a:solidFill>
          <a:schemeClr val="accent2">
            <a:hueOff val="1065072"/>
            <a:satOff val="-13050"/>
            <a:lumOff val="-6863"/>
            <a:alphaOff val="0"/>
          </a:schemeClr>
        </a:solidFill>
        <a:ln w="12700" cap="flat" cmpd="sng" algn="ctr">
          <a:solidFill>
            <a:schemeClr val="accent2">
              <a:hueOff val="1065072"/>
              <a:satOff val="-13050"/>
              <a:lumOff val="-6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EABBE-1C49-447A-A6D4-390254D9459A}">
      <dsp:nvSpPr>
        <dsp:cNvPr id="0" name=""/>
        <dsp:cNvSpPr/>
      </dsp:nvSpPr>
      <dsp:spPr>
        <a:xfrm>
          <a:off x="0" y="1332320"/>
          <a:ext cx="6096000" cy="1332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• inserción de elementos nulos, </a:t>
          </a:r>
          <a:endParaRPr lang="en-US" sz="3700" kern="1200"/>
        </a:p>
      </dsp:txBody>
      <dsp:txXfrm>
        <a:off x="0" y="1332320"/>
        <a:ext cx="6096000" cy="1332320"/>
      </dsp:txXfrm>
    </dsp:sp>
    <dsp:sp modelId="{49D1313E-900B-4CF5-B1EA-7382D069A69E}">
      <dsp:nvSpPr>
        <dsp:cNvPr id="0" name=""/>
        <dsp:cNvSpPr/>
      </dsp:nvSpPr>
      <dsp:spPr>
        <a:xfrm>
          <a:off x="0" y="2664640"/>
          <a:ext cx="6096000" cy="0"/>
        </a:xfrm>
        <a:prstGeom prst="line">
          <a:avLst/>
        </a:prstGeom>
        <a:solidFill>
          <a:schemeClr val="accent2">
            <a:hueOff val="2130145"/>
            <a:satOff val="-26100"/>
            <a:lumOff val="-13725"/>
            <a:alphaOff val="0"/>
          </a:schemeClr>
        </a:solidFill>
        <a:ln w="12700" cap="flat" cmpd="sng" algn="ctr">
          <a:solidFill>
            <a:schemeClr val="accent2">
              <a:hueOff val="2130145"/>
              <a:satOff val="-26100"/>
              <a:lumOff val="-13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2B169-F6A8-4E1E-AF27-DEBEE9F7D8E5}">
      <dsp:nvSpPr>
        <dsp:cNvPr id="0" name=""/>
        <dsp:cNvSpPr/>
      </dsp:nvSpPr>
      <dsp:spPr>
        <a:xfrm>
          <a:off x="0" y="2664640"/>
          <a:ext cx="6096000" cy="1332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• eliminación en estructuras vacías, </a:t>
          </a:r>
          <a:endParaRPr lang="en-US" sz="3700" kern="1200"/>
        </a:p>
      </dsp:txBody>
      <dsp:txXfrm>
        <a:off x="0" y="2664640"/>
        <a:ext cx="6096000" cy="1332320"/>
      </dsp:txXfrm>
    </dsp:sp>
    <dsp:sp modelId="{6D34D8CF-1C04-401F-882E-3FC622B242DE}">
      <dsp:nvSpPr>
        <dsp:cNvPr id="0" name=""/>
        <dsp:cNvSpPr/>
      </dsp:nvSpPr>
      <dsp:spPr>
        <a:xfrm>
          <a:off x="0" y="3996960"/>
          <a:ext cx="6096000" cy="0"/>
        </a:xfrm>
        <a:prstGeom prst="line">
          <a:avLst/>
        </a:prstGeom>
        <a:solidFill>
          <a:schemeClr val="accent2">
            <a:hueOff val="3195217"/>
            <a:satOff val="-39150"/>
            <a:lumOff val="-20588"/>
            <a:alphaOff val="0"/>
          </a:schemeClr>
        </a:solidFill>
        <a:ln w="12700" cap="flat" cmpd="sng" algn="ctr">
          <a:solidFill>
            <a:schemeClr val="accent2">
              <a:hueOff val="3195217"/>
              <a:satOff val="-39150"/>
              <a:lumOff val="-20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DEE36-5B67-488C-A74E-DD9FA34A14CE}">
      <dsp:nvSpPr>
        <dsp:cNvPr id="0" name=""/>
        <dsp:cNvSpPr/>
      </dsp:nvSpPr>
      <dsp:spPr>
        <a:xfrm>
          <a:off x="0" y="3996960"/>
          <a:ext cx="6096000" cy="1332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• validación de unicidad de identificadores. </a:t>
          </a:r>
          <a:endParaRPr lang="en-US" sz="3700" kern="1200"/>
        </a:p>
      </dsp:txBody>
      <dsp:txXfrm>
        <a:off x="0" y="3996960"/>
        <a:ext cx="6096000" cy="1332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49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8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9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3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3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4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0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17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0" r:id="rId5"/>
    <p:sldLayoutId id="2147483741" r:id="rId6"/>
    <p:sldLayoutId id="2147483746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85C7DA-96EF-A070-7538-C11C6D1CF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62" b="7962"/>
          <a:stretch>
            <a:fillRect/>
          </a:stretch>
        </p:blipFill>
        <p:spPr>
          <a:xfrm>
            <a:off x="20" y="-2"/>
            <a:ext cx="1222003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9534082-2540-4B3D-8308-94E86AEC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10075" y="-923925"/>
            <a:ext cx="6858000" cy="870585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27000">
                <a:srgbClr val="000000">
                  <a:alpha val="70000"/>
                </a:srgbClr>
              </a:gs>
              <a:gs pos="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48E358-C5F6-9919-2256-4F5300CEC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1062039"/>
            <a:ext cx="6096000" cy="2447924"/>
          </a:xfrm>
        </p:spPr>
        <p:txBody>
          <a:bodyPr>
            <a:normAutofit/>
          </a:bodyPr>
          <a:lstStyle/>
          <a:p>
            <a:pPr algn="r"/>
            <a:r>
              <a:rPr lang="es-UY" sz="8000"/>
              <a:t>LabFlow</a:t>
            </a:r>
            <a:endParaRPr lang="es-UY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DA4EA4-EAD5-15E7-128E-0F8EA9B82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3809999"/>
            <a:ext cx="6096000" cy="1985963"/>
          </a:xfrm>
        </p:spPr>
        <p:txBody>
          <a:bodyPr>
            <a:normAutofit/>
          </a:bodyPr>
          <a:lstStyle/>
          <a:p>
            <a:pPr algn="r"/>
            <a:r>
              <a:rPr lang="es-UY" dirty="0"/>
              <a:t>AED Universidad Católica del Uruguay</a:t>
            </a:r>
          </a:p>
          <a:p>
            <a:pPr algn="r"/>
            <a:r>
              <a:rPr lang="es-UY" dirty="0"/>
              <a:t>1er Semestre 2026</a:t>
            </a:r>
          </a:p>
          <a:p>
            <a:pPr algn="r"/>
            <a:r>
              <a:rPr lang="es-UY" dirty="0"/>
              <a:t>GRUPO - 4</a:t>
            </a:r>
          </a:p>
        </p:txBody>
      </p:sp>
    </p:spTree>
    <p:extLst>
      <p:ext uri="{BB962C8B-B14F-4D97-AF65-F5344CB8AC3E}">
        <p14:creationId xmlns:p14="http://schemas.microsoft.com/office/powerpoint/2010/main" val="9264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A16060-FE6F-37D3-B535-8F4A9129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>
            <a:normAutofit/>
          </a:bodyPr>
          <a:lstStyle/>
          <a:p>
            <a:r>
              <a:rPr lang="es-UY" dirty="0"/>
              <a:t>¿Qué es </a:t>
            </a:r>
            <a:r>
              <a:rPr lang="es-UY" dirty="0" err="1"/>
              <a:t>LabFlow</a:t>
            </a:r>
            <a:r>
              <a:rPr lang="es-UY" dirty="0"/>
              <a:t>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8EE8A3C-449D-B002-B094-F8D8E094E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380440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483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E6042-5CED-2C07-B03A-455D0CE5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Objetivos del Proyecto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A383EE8-CB16-52E7-9EB3-4FCC17F744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44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A400CA-AE55-BBF4-9E07-B9FACC4B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>
            <a:normAutofit/>
          </a:bodyPr>
          <a:lstStyle/>
          <a:p>
            <a:r>
              <a:rPr lang="es-UY" dirty="0"/>
              <a:t>Entidades Principales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E75E831-24C2-CD3F-ADAA-AE7C00A85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098059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149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0F8778-A498-A2CA-2016-A3E0CB4B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024" y="841377"/>
            <a:ext cx="4745505" cy="1666499"/>
          </a:xfrm>
        </p:spPr>
        <p:txBody>
          <a:bodyPr anchor="b">
            <a:normAutofit/>
          </a:bodyPr>
          <a:lstStyle/>
          <a:p>
            <a:r>
              <a:rPr lang="es-UY" dirty="0"/>
              <a:t>Lógica del sistema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A8A2FD2-5865-D123-A816-6BC797259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2" y="2796988"/>
            <a:ext cx="4745505" cy="3280777"/>
          </a:xfrm>
        </p:spPr>
        <p:txBody>
          <a:bodyPr>
            <a:normAutofit/>
          </a:bodyPr>
          <a:lstStyle/>
          <a:p>
            <a:r>
              <a:rPr lang="es-ES" sz="1500"/>
              <a:t>1. Se crean experimentos en estado pendiente. </a:t>
            </a:r>
          </a:p>
          <a:p>
            <a:r>
              <a:rPr lang="es-ES" sz="1500"/>
              <a:t>2. Estos se almacenan en una cola, respetando el orden de llegada (FIFO). </a:t>
            </a:r>
          </a:p>
          <a:p>
            <a:r>
              <a:rPr lang="es-ES" sz="1500"/>
              <a:t>3. Al ejecutar los experimentos, se generan valores simulados de </a:t>
            </a:r>
            <a:r>
              <a:rPr lang="es-ES" sz="1500" err="1"/>
              <a:t>accuracy</a:t>
            </a:r>
            <a:r>
              <a:rPr lang="es-ES" sz="1500"/>
              <a:t> y precisión utilizando funciones aleatorias. </a:t>
            </a:r>
          </a:p>
          <a:p>
            <a:r>
              <a:rPr lang="es-ES" sz="1500"/>
              <a:t>4. El estado del experimento se actualiza a “ejecutado”. </a:t>
            </a:r>
          </a:p>
          <a:p>
            <a:r>
              <a:rPr lang="es-ES" sz="1500"/>
              <a:t>5. Finalmente, se guarda en un historial para su posterior análisis. </a:t>
            </a:r>
            <a:endParaRPr lang="es-UY" sz="15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15AA18-4B71-46A7-A76C-9CF96DE14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4DE4BFB-2B70-4E62-89FD-1D466CCFE2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64E5BEB-6761-4106-B1D6-D9A6908B4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1FAE02-7EEB-4450-9123-148CC979D3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62FB0BB-9179-4751-A08F-1DBBC8B87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3819F96-CF55-40C3-A784-AC461852C4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578D5C7-AD30-4D50-98FC-F0E0C28CDD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Graphic 6" descr="Test tubes">
            <a:extLst>
              <a:ext uri="{FF2B5EF4-FFF2-40B4-BE49-F238E27FC236}">
                <a16:creationId xmlns:a16="http://schemas.microsoft.com/office/drawing/2014/main" id="{6B923001-469D-40FD-6E26-5C309261C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4814" y="1350833"/>
            <a:ext cx="306334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9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44EA8A-9E14-2EDF-2CB4-8D8B4A2D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1"/>
            <a:ext cx="5334000" cy="2747962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6200"/>
              <a:t>Uso de estructuras de datos</a:t>
            </a:r>
          </a:p>
        </p:txBody>
      </p:sp>
      <p:pic>
        <p:nvPicPr>
          <p:cNvPr id="6" name="Graphic 5" descr="Tabla">
            <a:extLst>
              <a:ext uri="{FF2B5EF4-FFF2-40B4-BE49-F238E27FC236}">
                <a16:creationId xmlns:a16="http://schemas.microsoft.com/office/drawing/2014/main" id="{DE6217C3-91E3-AED0-1273-1441F215E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7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02F77B-BF24-1CC4-DF77-1F426FCF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1"/>
            <a:ext cx="5334000" cy="2747962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200" dirty="0"/>
              <a:t>Lista </a:t>
            </a:r>
            <a:r>
              <a:rPr lang="en-US" sz="3200" dirty="0" err="1"/>
              <a:t>enlazada</a:t>
            </a:r>
            <a:r>
              <a:rPr lang="en-US" sz="3200" dirty="0"/>
              <a:t>: </a:t>
            </a:r>
            <a:br>
              <a:rPr lang="en-US" sz="3200" dirty="0"/>
            </a:br>
            <a:r>
              <a:rPr lang="en-US" sz="3200" dirty="0"/>
              <a:t>para </a:t>
            </a:r>
            <a:r>
              <a:rPr lang="en-US" sz="3200" dirty="0" err="1"/>
              <a:t>almacenar</a:t>
            </a:r>
            <a:r>
              <a:rPr lang="en-US" sz="3200" dirty="0"/>
              <a:t> datasets, </a:t>
            </a:r>
            <a:r>
              <a:rPr lang="en-US" sz="3200" dirty="0" err="1"/>
              <a:t>modelos</a:t>
            </a:r>
            <a:r>
              <a:rPr lang="en-US" sz="3200" dirty="0"/>
              <a:t> e </a:t>
            </a:r>
            <a:r>
              <a:rPr lang="en-US" sz="3200" dirty="0" err="1"/>
              <a:t>historial</a:t>
            </a:r>
            <a:r>
              <a:rPr lang="en-US" sz="3200" dirty="0"/>
              <a:t> de </a:t>
            </a:r>
            <a:r>
              <a:rPr lang="en-US" sz="3200" dirty="0" err="1"/>
              <a:t>experimentos</a:t>
            </a:r>
            <a:r>
              <a:rPr lang="en-US" sz="3200" dirty="0"/>
              <a:t>, </a:t>
            </a:r>
            <a:r>
              <a:rPr lang="en-US" sz="3200" dirty="0" err="1"/>
              <a:t>ya</a:t>
            </a:r>
            <a:r>
              <a:rPr lang="en-US" sz="3200" dirty="0"/>
              <a:t> </a:t>
            </a:r>
            <a:r>
              <a:rPr lang="en-US" sz="3200" dirty="0" err="1"/>
              <a:t>que</a:t>
            </a:r>
            <a:r>
              <a:rPr lang="en-US" sz="3200" dirty="0"/>
              <a:t> </a:t>
            </a:r>
            <a:r>
              <a:rPr lang="en-US" sz="3200" dirty="0" err="1"/>
              <a:t>permite</a:t>
            </a:r>
            <a:r>
              <a:rPr lang="en-US" sz="3200" dirty="0"/>
              <a:t> un </a:t>
            </a:r>
            <a:r>
              <a:rPr lang="en-US" sz="3200" dirty="0" err="1"/>
              <a:t>manejo</a:t>
            </a:r>
            <a:r>
              <a:rPr lang="en-US" sz="3200" dirty="0"/>
              <a:t> </a:t>
            </a:r>
            <a:r>
              <a:rPr lang="en-US" sz="3200" dirty="0" err="1"/>
              <a:t>dinámico</a:t>
            </a:r>
            <a:r>
              <a:rPr lang="en-US" sz="3200" dirty="0"/>
              <a:t> de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datos</a:t>
            </a:r>
            <a:r>
              <a:rPr lang="en-US" sz="3200" dirty="0"/>
              <a:t>. </a:t>
            </a:r>
          </a:p>
        </p:txBody>
      </p:sp>
      <p:pic>
        <p:nvPicPr>
          <p:cNvPr id="6" name="Graphic 5" descr="Esquema de la base de datos">
            <a:extLst>
              <a:ext uri="{FF2B5EF4-FFF2-40B4-BE49-F238E27FC236}">
                <a16:creationId xmlns:a16="http://schemas.microsoft.com/office/drawing/2014/main" id="{58DA0B53-C6E4-ED10-47CC-BA5E6AF42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1430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8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9FEAAE4-608F-4DE6-97B4-51573869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5062873" cy="6858003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tx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99D55D-6F75-38D5-6E76-E98F0E06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35" y="1143000"/>
            <a:ext cx="3285045" cy="45720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r"/>
            <a:r>
              <a:rPr lang="en-US"/>
              <a:t>Cola: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03C1F1-33AC-4C16-AD56-DD6382C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08320" y="-1"/>
            <a:ext cx="54864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6E751B-0173-4DAE-BDFD-D5855E4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4F58DB-B3B0-4265-8312-823370262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0095DC-23E5-50FA-5AA8-BE527BB16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9369" y="1143000"/>
            <a:ext cx="5876395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/>
              <a:t>para los experimentos pendientes, asegurando que se ejecuten en orden de creación. </a:t>
            </a:r>
          </a:p>
        </p:txBody>
      </p:sp>
    </p:spTree>
    <p:extLst>
      <p:ext uri="{BB962C8B-B14F-4D97-AF65-F5344CB8AC3E}">
        <p14:creationId xmlns:p14="http://schemas.microsoft.com/office/powerpoint/2010/main" val="122047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AE682-4563-04E5-D5DF-FF39B8EF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Métodos principales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07D6ECD7-68F5-126E-ABA0-5DCC4D4DA1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534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E2D0-DA43-B31B-4556-97F86DCF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F3A5D-00AD-B87C-0739-AD3A8758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Métodos principales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1686D800-D2C1-95C7-566B-779E4B842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120889"/>
              </p:ext>
            </p:extLst>
          </p:nvPr>
        </p:nvGraphicFramePr>
        <p:xfrm>
          <a:off x="762000" y="3047999"/>
          <a:ext cx="10668000" cy="304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688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43287D-F096-C4B5-FDBA-66FF0CD8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1"/>
            <a:ext cx="3047999" cy="3810000"/>
          </a:xfrm>
        </p:spPr>
        <p:txBody>
          <a:bodyPr>
            <a:normAutofit/>
          </a:bodyPr>
          <a:lstStyle/>
          <a:p>
            <a:r>
              <a:rPr lang="es-UY"/>
              <a:t>Testing y validación</a:t>
            </a:r>
            <a:endParaRPr lang="es-UY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85AA798-05B3-8BFC-928E-C0EEF12A99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87852"/>
              </p:ext>
            </p:extLst>
          </p:nvPr>
        </p:nvGraphicFramePr>
        <p:xfrm>
          <a:off x="5334000" y="766719"/>
          <a:ext cx="6096000" cy="532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609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CB6FB8-2CEB-A2CE-B6C8-F316ACBE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2" y="1163594"/>
            <a:ext cx="6095998" cy="1624055"/>
          </a:xfrm>
        </p:spPr>
        <p:txBody>
          <a:bodyPr anchor="b">
            <a:normAutofit/>
          </a:bodyPr>
          <a:lstStyle/>
          <a:p>
            <a:r>
              <a:rPr lang="es-UY" dirty="0"/>
              <a:t>Conclusión</a:t>
            </a:r>
          </a:p>
        </p:txBody>
      </p:sp>
      <p:pic>
        <p:nvPicPr>
          <p:cNvPr id="7" name="Graphic 6" descr="Estadísticas">
            <a:extLst>
              <a:ext uri="{FF2B5EF4-FFF2-40B4-BE49-F238E27FC236}">
                <a16:creationId xmlns:a16="http://schemas.microsoft.com/office/drawing/2014/main" id="{1ACBBA4A-FF81-6A4D-DB0B-23573DC94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1" y="2243910"/>
            <a:ext cx="2771774" cy="2771774"/>
          </a:xfrm>
          <a:prstGeom prst="rect">
            <a:avLst/>
          </a:prstGeom>
        </p:spPr>
      </p:pic>
      <p:sp>
        <p:nvSpPr>
          <p:cNvPr id="16" name="Freeform: Shape 11">
            <a:extLst>
              <a:ext uri="{FF2B5EF4-FFF2-40B4-BE49-F238E27FC236}">
                <a16:creationId xmlns:a16="http://schemas.microsoft.com/office/drawing/2014/main" id="{340822D1-9EEA-4ECF-9360-D9AF8795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3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292A62-7F34-4E30-BE04-48164A1D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05643" y="2991644"/>
            <a:ext cx="6858001" cy="874716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3E512B-953B-B036-D001-52EC8CE19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2" y="3047999"/>
            <a:ext cx="6095998" cy="3048001"/>
          </a:xfrm>
        </p:spPr>
        <p:txBody>
          <a:bodyPr>
            <a:normAutofit/>
          </a:bodyPr>
          <a:lstStyle/>
          <a:p>
            <a:r>
              <a:rPr lang="es-ES" sz="2600"/>
              <a:t>El desarrollo de </a:t>
            </a:r>
            <a:r>
              <a:rPr lang="es-ES" sz="2600" err="1"/>
              <a:t>LabFlow</a:t>
            </a:r>
            <a:r>
              <a:rPr lang="es-ES" sz="2600"/>
              <a:t> permitió aplicar conceptos fundamentales de estructuras de datos en un contexto práctico. A través de la implementación manual de listas, colas y pilas, se logró construir un sistema funcional, modular y fácil de entender. </a:t>
            </a:r>
            <a:endParaRPr lang="es-UY" sz="2600"/>
          </a:p>
        </p:txBody>
      </p:sp>
    </p:spTree>
    <p:extLst>
      <p:ext uri="{BB962C8B-B14F-4D97-AF65-F5344CB8AC3E}">
        <p14:creationId xmlns:p14="http://schemas.microsoft.com/office/powerpoint/2010/main" val="4119363809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391</Words>
  <Application>Microsoft Office PowerPoint</Application>
  <PresentationFormat>Panorámica</PresentationFormat>
  <Paragraphs>54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Verdana Pro</vt:lpstr>
      <vt:lpstr>Verdana Pro Cond SemiBold</vt:lpstr>
      <vt:lpstr>TornVTI</vt:lpstr>
      <vt:lpstr>LabFlow</vt:lpstr>
      <vt:lpstr>¿Qué es LabFlow?</vt:lpstr>
      <vt:lpstr>Objetivos del Proyecto</vt:lpstr>
      <vt:lpstr>Entidades Principales</vt:lpstr>
      <vt:lpstr>Lógica del sistema </vt:lpstr>
      <vt:lpstr>Uso de estructuras de datos</vt:lpstr>
      <vt:lpstr>Lista enlazada:  para almacenar datasets, modelos e historial de experimentos, ya que permite un manejo dinámico de los datos. </vt:lpstr>
      <vt:lpstr>Cola:</vt:lpstr>
      <vt:lpstr>Métodos principales</vt:lpstr>
      <vt:lpstr>Métodos principales</vt:lpstr>
      <vt:lpstr>Testing y validación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GASPAR MENESSES</dc:creator>
  <cp:lastModifiedBy>GASPAR MENESSES</cp:lastModifiedBy>
  <cp:revision>1</cp:revision>
  <dcterms:created xsi:type="dcterms:W3CDTF">2026-05-04T00:47:01Z</dcterms:created>
  <dcterms:modified xsi:type="dcterms:W3CDTF">2026-05-04T01:10:17Z</dcterms:modified>
</cp:coreProperties>
</file>